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67" r:id="rId5"/>
    <p:sldMasterId id="2147483768" r:id="rId6"/>
    <p:sldMasterId id="2147483769" r:id="rId7"/>
    <p:sldMasterId id="2147483770"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Lst>
  <p:sldSz cy="5143500" cx="9144000"/>
  <p:notesSz cx="6858000" cy="9144000"/>
  <p:embeddedFontLst>
    <p:embeddedFont>
      <p:font typeface="Lexend SemiBold"/>
      <p:regular r:id="rId20"/>
      <p:bold r:id="rId21"/>
    </p:embeddedFont>
    <p:embeddedFont>
      <p:font typeface="Lexend Light"/>
      <p:regular r:id="rId22"/>
      <p:bold r:id="rId23"/>
    </p:embeddedFont>
    <p:embeddedFont>
      <p:font typeface="Inter Tight Medium"/>
      <p:regular r:id="rId24"/>
      <p:bold r:id="rId25"/>
      <p:italic r:id="rId26"/>
      <p:boldItalic r:id="rId27"/>
    </p:embeddedFont>
    <p:embeddedFont>
      <p:font typeface="Urbanist"/>
      <p:regular r:id="rId28"/>
      <p:bold r:id="rId29"/>
      <p:italic r:id="rId30"/>
      <p:boldItalic r:id="rId31"/>
    </p:embeddedFont>
    <p:embeddedFont>
      <p:font typeface="Urbanist Black"/>
      <p:bold r:id="rId32"/>
      <p:boldItalic r:id="rId33"/>
    </p:embeddedFont>
    <p:embeddedFont>
      <p:font typeface="Lexend"/>
      <p:regular r:id="rId34"/>
      <p:bold r:id="rId35"/>
    </p:embeddedFont>
    <p:embeddedFont>
      <p:font typeface="Inter Tight"/>
      <p:regular r:id="rId36"/>
      <p:bold r:id="rId37"/>
      <p:italic r:id="rId38"/>
      <p:boldItalic r:id="rId39"/>
    </p:embeddedFont>
    <p:embeddedFont>
      <p:font typeface="Roboto Mono"/>
      <p:regular r:id="rId40"/>
      <p:bold r:id="rId41"/>
      <p:italic r:id="rId42"/>
      <p:boldItalic r:id="rId43"/>
    </p:embeddedFont>
    <p:embeddedFont>
      <p:font typeface="Inter Tight SemiBold"/>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8DE55DC-AC3E-40C7-AF48-FF656AA13A91}">
  <a:tblStyle styleId="{28DE55DC-AC3E-40C7-AF48-FF656AA13A9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regular.fntdata"/><Relationship Id="rId20" Type="http://schemas.openxmlformats.org/officeDocument/2006/relationships/font" Target="fonts/LexendSemiBold-regular.fntdata"/><Relationship Id="rId42" Type="http://schemas.openxmlformats.org/officeDocument/2006/relationships/font" Target="fonts/RobotoMono-italic.fntdata"/><Relationship Id="rId41" Type="http://schemas.openxmlformats.org/officeDocument/2006/relationships/font" Target="fonts/RobotoMono-bold.fntdata"/><Relationship Id="rId22" Type="http://schemas.openxmlformats.org/officeDocument/2006/relationships/font" Target="fonts/LexendLight-regular.fntdata"/><Relationship Id="rId44" Type="http://schemas.openxmlformats.org/officeDocument/2006/relationships/font" Target="fonts/InterTightSemiBold-regular.fntdata"/><Relationship Id="rId21" Type="http://schemas.openxmlformats.org/officeDocument/2006/relationships/font" Target="fonts/LexendSemiBold-bold.fntdata"/><Relationship Id="rId43" Type="http://schemas.openxmlformats.org/officeDocument/2006/relationships/font" Target="fonts/RobotoMono-boldItalic.fntdata"/><Relationship Id="rId24" Type="http://schemas.openxmlformats.org/officeDocument/2006/relationships/font" Target="fonts/InterTightMedium-regular.fntdata"/><Relationship Id="rId46" Type="http://schemas.openxmlformats.org/officeDocument/2006/relationships/font" Target="fonts/InterTightSemiBold-italic.fntdata"/><Relationship Id="rId23" Type="http://schemas.openxmlformats.org/officeDocument/2006/relationships/font" Target="fonts/LexendLight-bold.fntdata"/><Relationship Id="rId45" Type="http://schemas.openxmlformats.org/officeDocument/2006/relationships/font" Target="fonts/InterTightSemiBold-bold.fntdata"/><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26" Type="http://schemas.openxmlformats.org/officeDocument/2006/relationships/font" Target="fonts/InterTightMedium-italic.fntdata"/><Relationship Id="rId25" Type="http://schemas.openxmlformats.org/officeDocument/2006/relationships/font" Target="fonts/InterTightMedium-bold.fntdata"/><Relationship Id="rId47" Type="http://schemas.openxmlformats.org/officeDocument/2006/relationships/font" Target="fonts/InterTightSemiBold-boldItalic.fntdata"/><Relationship Id="rId28" Type="http://schemas.openxmlformats.org/officeDocument/2006/relationships/font" Target="fonts/Urbanist-regular.fntdata"/><Relationship Id="rId27" Type="http://schemas.openxmlformats.org/officeDocument/2006/relationships/font" Target="fonts/InterTightMedium-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Urbanist-bold.fntdata"/><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font" Target="fonts/Urbanist-boldItalic.fntdata"/><Relationship Id="rId30" Type="http://schemas.openxmlformats.org/officeDocument/2006/relationships/font" Target="fonts/Urbanist-italic.fntdata"/><Relationship Id="rId11" Type="http://schemas.openxmlformats.org/officeDocument/2006/relationships/slide" Target="slides/slide2.xml"/><Relationship Id="rId33" Type="http://schemas.openxmlformats.org/officeDocument/2006/relationships/font" Target="fonts/UrbanistBlack-boldItalic.fntdata"/><Relationship Id="rId10" Type="http://schemas.openxmlformats.org/officeDocument/2006/relationships/slide" Target="slides/slide1.xml"/><Relationship Id="rId32" Type="http://schemas.openxmlformats.org/officeDocument/2006/relationships/font" Target="fonts/UrbanistBlack-bold.fntdata"/><Relationship Id="rId13" Type="http://schemas.openxmlformats.org/officeDocument/2006/relationships/slide" Target="slides/slide4.xml"/><Relationship Id="rId35" Type="http://schemas.openxmlformats.org/officeDocument/2006/relationships/font" Target="fonts/Lexend-bold.fntdata"/><Relationship Id="rId12" Type="http://schemas.openxmlformats.org/officeDocument/2006/relationships/slide" Target="slides/slide3.xml"/><Relationship Id="rId34" Type="http://schemas.openxmlformats.org/officeDocument/2006/relationships/font" Target="fonts/Lexend-regular.fntdata"/><Relationship Id="rId15" Type="http://schemas.openxmlformats.org/officeDocument/2006/relationships/slide" Target="slides/slide6.xml"/><Relationship Id="rId37" Type="http://schemas.openxmlformats.org/officeDocument/2006/relationships/font" Target="fonts/InterTight-bold.fntdata"/><Relationship Id="rId14" Type="http://schemas.openxmlformats.org/officeDocument/2006/relationships/slide" Target="slides/slide5.xml"/><Relationship Id="rId36" Type="http://schemas.openxmlformats.org/officeDocument/2006/relationships/font" Target="fonts/InterTight-regular.fntdata"/><Relationship Id="rId17" Type="http://schemas.openxmlformats.org/officeDocument/2006/relationships/slide" Target="slides/slide8.xml"/><Relationship Id="rId39" Type="http://schemas.openxmlformats.org/officeDocument/2006/relationships/font" Target="fonts/InterTight-boldItalic.fntdata"/><Relationship Id="rId16" Type="http://schemas.openxmlformats.org/officeDocument/2006/relationships/slide" Target="slides/slide7.xml"/><Relationship Id="rId38" Type="http://schemas.openxmlformats.org/officeDocument/2006/relationships/font" Target="fonts/InterTight-italic.fntdata"/><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4" name="Shape 2634"/>
        <p:cNvGrpSpPr/>
        <p:nvPr/>
      </p:nvGrpSpPr>
      <p:grpSpPr>
        <a:xfrm>
          <a:off x="0" y="0"/>
          <a:ext cx="0" cy="0"/>
          <a:chOff x="0" y="0"/>
          <a:chExt cx="0" cy="0"/>
        </a:xfrm>
      </p:grpSpPr>
      <p:sp>
        <p:nvSpPr>
          <p:cNvPr id="2635" name="Google Shape;2635;g3acab22fb7d_0_15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6" name="Google Shape;2636;g3acab22fb7d_0_15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1" name="Shape 2641"/>
        <p:cNvGrpSpPr/>
        <p:nvPr/>
      </p:nvGrpSpPr>
      <p:grpSpPr>
        <a:xfrm>
          <a:off x="0" y="0"/>
          <a:ext cx="0" cy="0"/>
          <a:chOff x="0" y="0"/>
          <a:chExt cx="0" cy="0"/>
        </a:xfrm>
      </p:grpSpPr>
      <p:sp>
        <p:nvSpPr>
          <p:cNvPr id="2642" name="Google Shape;2642;g3acab22fb7d_0_15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3" name="Google Shape;2643;g3acab22fb7d_0_15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8" name="Shape 2648"/>
        <p:cNvGrpSpPr/>
        <p:nvPr/>
      </p:nvGrpSpPr>
      <p:grpSpPr>
        <a:xfrm>
          <a:off x="0" y="0"/>
          <a:ext cx="0" cy="0"/>
          <a:chOff x="0" y="0"/>
          <a:chExt cx="0" cy="0"/>
        </a:xfrm>
      </p:grpSpPr>
      <p:sp>
        <p:nvSpPr>
          <p:cNvPr id="2649" name="Google Shape;2649;g3acab22fb7d_0_15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0" name="Google Shape;2650;g3acab22fb7d_0_15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5" name="Shape 2655"/>
        <p:cNvGrpSpPr/>
        <p:nvPr/>
      </p:nvGrpSpPr>
      <p:grpSpPr>
        <a:xfrm>
          <a:off x="0" y="0"/>
          <a:ext cx="0" cy="0"/>
          <a:chOff x="0" y="0"/>
          <a:chExt cx="0" cy="0"/>
        </a:xfrm>
      </p:grpSpPr>
      <p:sp>
        <p:nvSpPr>
          <p:cNvPr id="2656" name="Google Shape;2656;g3acab22fb7d_0_15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7" name="Google Shape;2657;g3acab22fb7d_0_15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3" name="Shape 2663"/>
        <p:cNvGrpSpPr/>
        <p:nvPr/>
      </p:nvGrpSpPr>
      <p:grpSpPr>
        <a:xfrm>
          <a:off x="0" y="0"/>
          <a:ext cx="0" cy="0"/>
          <a:chOff x="0" y="0"/>
          <a:chExt cx="0" cy="0"/>
        </a:xfrm>
      </p:grpSpPr>
      <p:sp>
        <p:nvSpPr>
          <p:cNvPr id="2664" name="Google Shape;2664;g3acab22fb7d_0_15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5" name="Google Shape;2665;g3acab22fb7d_0_15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0" name="Shape 2670"/>
        <p:cNvGrpSpPr/>
        <p:nvPr/>
      </p:nvGrpSpPr>
      <p:grpSpPr>
        <a:xfrm>
          <a:off x="0" y="0"/>
          <a:ext cx="0" cy="0"/>
          <a:chOff x="0" y="0"/>
          <a:chExt cx="0" cy="0"/>
        </a:xfrm>
      </p:grpSpPr>
      <p:sp>
        <p:nvSpPr>
          <p:cNvPr id="2671" name="Google Shape;2671;g3acab22fb7d_0_15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2" name="Google Shape;2672;g3acab22fb7d_0_15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9" name="Shape 2679"/>
        <p:cNvGrpSpPr/>
        <p:nvPr/>
      </p:nvGrpSpPr>
      <p:grpSpPr>
        <a:xfrm>
          <a:off x="0" y="0"/>
          <a:ext cx="0" cy="0"/>
          <a:chOff x="0" y="0"/>
          <a:chExt cx="0" cy="0"/>
        </a:xfrm>
      </p:grpSpPr>
      <p:sp>
        <p:nvSpPr>
          <p:cNvPr id="2680" name="Google Shape;2680;g3acab22fb7d_0_15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1" name="Google Shape;2681;g3acab22fb7d_0_15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The </a:t>
            </a:r>
            <a:r>
              <a:rPr b="1" lang="en">
                <a:solidFill>
                  <a:schemeClr val="dk1"/>
                </a:solidFill>
              </a:rPr>
              <a:t>Random Forest classifier</a:t>
            </a:r>
            <a:r>
              <a:rPr lang="en">
                <a:solidFill>
                  <a:schemeClr val="dk1"/>
                </a:solidFill>
              </a:rPr>
              <a:t> was chosen because it captures complex, non-linear patterns that a linear model cannot. Parking behavior depends on interactions between time, pricing, and capacity, and Random Forest handles these relationships naturally through its ensemble of trees. By averaging many trees, it also reduces overfitting, giving a more stable and reliable benchmark for comparison.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 </a:t>
            </a:r>
            <a:r>
              <a:rPr b="1" lang="en">
                <a:solidFill>
                  <a:schemeClr val="dk1"/>
                </a:solidFill>
              </a:rPr>
              <a:t>Gradient Boosting classifier</a:t>
            </a:r>
            <a:r>
              <a:rPr lang="en">
                <a:solidFill>
                  <a:schemeClr val="dk1"/>
                </a:solidFill>
              </a:rPr>
              <a:t> was included because it is one of the most accurate methods for structured tabular data. It builds decision trees sequentially, allowing it to learn from and correct previous errors. This makes it particularly good at capturing subtle trends in parking demand, especially during peak hours or under varying rate conditions, making it a strong benchmark for evaluating performance gains over simpler models.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7" name="Shape 2687"/>
        <p:cNvGrpSpPr/>
        <p:nvPr/>
      </p:nvGrpSpPr>
      <p:grpSpPr>
        <a:xfrm>
          <a:off x="0" y="0"/>
          <a:ext cx="0" cy="0"/>
          <a:chOff x="0" y="0"/>
          <a:chExt cx="0" cy="0"/>
        </a:xfrm>
      </p:grpSpPr>
      <p:sp>
        <p:nvSpPr>
          <p:cNvPr id="2688" name="Google Shape;2688;g3acab22fb7d_0_15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9" name="Google Shape;2689;g3acab22fb7d_0_15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-Random forest achieved </a:t>
            </a:r>
            <a:r>
              <a:rPr lang="en"/>
              <a:t>highest</a:t>
            </a:r>
            <a:r>
              <a:rPr lang="en"/>
              <a:t> ROC-AUC at .89 </a:t>
            </a:r>
            <a:endParaRPr/>
          </a:p>
          <a:p>
            <a:pPr indent="-298450" lvl="0" marL="457200" rtl="0" algn="l">
              <a:spcBef>
                <a:spcPts val="0"/>
              </a:spcBef>
              <a:spcAft>
                <a:spcPts val="0"/>
              </a:spcAft>
              <a:buSzPts val="1100"/>
              <a:buChar char="+"/>
            </a:pPr>
            <a:r>
              <a:rPr lang="en"/>
              <a:t>Meaning it has the best ability to </a:t>
            </a:r>
            <a:r>
              <a:rPr lang="en"/>
              <a:t>discriminate</a:t>
            </a:r>
            <a:r>
              <a:rPr lang="en"/>
              <a:t> between full and not full blockfaces </a:t>
            </a:r>
            <a:endParaRPr/>
          </a:p>
          <a:p>
            <a:pPr indent="0" lvl="0" marL="0" rtl="0" algn="l">
              <a:spcBef>
                <a:spcPts val="0"/>
              </a:spcBef>
              <a:spcAft>
                <a:spcPts val="0"/>
              </a:spcAft>
              <a:buNone/>
            </a:pPr>
            <a:r>
              <a:rPr lang="en"/>
              <a:t>- Random forest also had best Macro F1 score</a:t>
            </a:r>
            <a:endParaRPr/>
          </a:p>
          <a:p>
            <a:pPr indent="-298450" lvl="0" marL="457200" rtl="0" algn="l">
              <a:spcBef>
                <a:spcPts val="0"/>
              </a:spcBef>
              <a:spcAft>
                <a:spcPts val="0"/>
              </a:spcAft>
              <a:buSzPts val="1100"/>
              <a:buChar char="+"/>
            </a:pPr>
            <a:r>
              <a:rPr lang="en"/>
              <a:t>Meaning it maintains the best balance when predicting the minority class</a:t>
            </a:r>
            <a:endParaRPr/>
          </a:p>
          <a:p>
            <a:pPr indent="0" lvl="0" marL="0" rtl="0" algn="l">
              <a:spcBef>
                <a:spcPts val="0"/>
              </a:spcBef>
              <a:spcAft>
                <a:spcPts val="0"/>
              </a:spcAft>
              <a:buNone/>
            </a:pPr>
            <a:r>
              <a:rPr lang="en"/>
              <a:t>- In our high demand test cases - a busy downtown block at 7pm - Random forest predicted 60% probability of being full while logistic regression predicted 18%.</a:t>
            </a:r>
            <a:endParaRPr/>
          </a:p>
          <a:p>
            <a:pPr indent="0" lvl="0" marL="0" rtl="0" algn="l">
              <a:spcBef>
                <a:spcPts val="0"/>
              </a:spcBef>
              <a:spcAft>
                <a:spcPts val="0"/>
              </a:spcAft>
              <a:buNone/>
            </a:pPr>
            <a:r>
              <a:rPr lang="en"/>
              <a:t>- Raw forest has lower accuracy compared to logistic regression and is less interpretable than logistic regression</a:t>
            </a:r>
            <a:endParaRPr/>
          </a:p>
          <a:p>
            <a:pPr indent="0" lvl="0" marL="0" rtl="0" algn="l">
              <a:spcBef>
                <a:spcPts val="0"/>
              </a:spcBef>
              <a:spcAft>
                <a:spcPts val="0"/>
              </a:spcAft>
              <a:buNone/>
            </a:pPr>
            <a:r>
              <a:rPr lang="en"/>
              <a:t>- Random Forest is our best model</a:t>
            </a:r>
            <a:endParaRPr/>
          </a:p>
          <a:p>
            <a:pPr indent="-298450" lvl="0" marL="457200" rtl="0" algn="l">
              <a:spcBef>
                <a:spcPts val="0"/>
              </a:spcBef>
              <a:spcAft>
                <a:spcPts val="0"/>
              </a:spcAft>
              <a:buSzPts val="1100"/>
              <a:buChar char="+"/>
            </a:pPr>
            <a:r>
              <a:rPr lang="en"/>
              <a:t>For parking forecasting a missing full block is much more costly than a false alarm</a:t>
            </a:r>
            <a:endParaRPr/>
          </a:p>
          <a:p>
            <a:pPr indent="-298450" lvl="0" marL="457200" rtl="0" algn="l">
              <a:spcBef>
                <a:spcPts val="0"/>
              </a:spcBef>
              <a:spcAft>
                <a:spcPts val="0"/>
              </a:spcAft>
              <a:buSzPts val="1100"/>
              <a:buChar char="+"/>
            </a:pPr>
            <a:r>
              <a:rPr lang="en"/>
              <a:t>With ROC-AUC and Macro F1 score mean its most reliable for decision making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4" name="Shape 2694"/>
        <p:cNvGrpSpPr/>
        <p:nvPr/>
      </p:nvGrpSpPr>
      <p:grpSpPr>
        <a:xfrm>
          <a:off x="0" y="0"/>
          <a:ext cx="0" cy="0"/>
          <a:chOff x="0" y="0"/>
          <a:chExt cx="0" cy="0"/>
        </a:xfrm>
      </p:grpSpPr>
      <p:sp>
        <p:nvSpPr>
          <p:cNvPr id="2695" name="Google Shape;2695;g3acab22fb7d_0_15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6" name="Google Shape;2696;g3acab22fb7d_0_15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Moving forward</a:t>
            </a:r>
            <a:endParaRPr/>
          </a:p>
          <a:p>
            <a:pPr indent="-298450" lvl="0" marL="457200" rtl="0" algn="l">
              <a:spcBef>
                <a:spcPts val="0"/>
              </a:spcBef>
              <a:spcAft>
                <a:spcPts val="0"/>
              </a:spcAft>
              <a:buSzPts val="1100"/>
              <a:buChar char="-"/>
            </a:pPr>
            <a:r>
              <a:rPr lang="en"/>
              <a:t>We will </a:t>
            </a:r>
            <a:r>
              <a:rPr lang="en"/>
              <a:t>add</a:t>
            </a:r>
            <a:r>
              <a:rPr lang="en"/>
              <a:t> neighborhood level categorical encoding, perform extensive parameter</a:t>
            </a:r>
            <a:endParaRPr/>
          </a:p>
          <a:p>
            <a:pPr indent="-298450" lvl="0" marL="457200" rtl="0" algn="l">
              <a:spcBef>
                <a:spcPts val="0"/>
              </a:spcBef>
              <a:spcAft>
                <a:spcPts val="0"/>
              </a:spcAft>
              <a:buSzPts val="1100"/>
              <a:buChar char="-"/>
            </a:pPr>
            <a:r>
              <a:rPr lang="en"/>
              <a:t>deploy the model as a web or mobile app for real time parking guidance</a:t>
            </a:r>
            <a:endParaRPr/>
          </a:p>
          <a:p>
            <a:pPr indent="-298450" lvl="0" marL="457200" rtl="0" algn="l">
              <a:spcBef>
                <a:spcPts val="0"/>
              </a:spcBef>
              <a:spcAft>
                <a:spcPts val="0"/>
              </a:spcAft>
              <a:buSzPts val="1100"/>
              <a:buChar char="-"/>
            </a:pPr>
            <a:r>
              <a:rPr lang="en"/>
              <a:t>Explore </a:t>
            </a:r>
            <a:r>
              <a:rPr lang="en"/>
              <a:t>Palmetto</a:t>
            </a:r>
            <a:r>
              <a:rPr lang="en"/>
              <a:t> cluster to capture more complex </a:t>
            </a:r>
            <a:r>
              <a:rPr lang="en"/>
              <a:t>temporal</a:t>
            </a:r>
            <a:r>
              <a:rPr lang="en"/>
              <a:t> patterns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1" name="Shape 2701"/>
        <p:cNvGrpSpPr/>
        <p:nvPr/>
      </p:nvGrpSpPr>
      <p:grpSpPr>
        <a:xfrm>
          <a:off x="0" y="0"/>
          <a:ext cx="0" cy="0"/>
          <a:chOff x="0" y="0"/>
          <a:chExt cx="0" cy="0"/>
        </a:xfrm>
      </p:grpSpPr>
      <p:sp>
        <p:nvSpPr>
          <p:cNvPr id="2702" name="Google Shape;2702;g3acab22fb7d_0_15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3" name="Google Shape;2703;g3acab22fb7d_0_15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jp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olid with header">
  <p:cSld name="CUSTOM">
    <p:spTree>
      <p:nvGrpSpPr>
        <p:cNvPr id="50" name="Shape 50"/>
        <p:cNvGrpSpPr/>
        <p:nvPr/>
      </p:nvGrpSpPr>
      <p:grpSpPr>
        <a:xfrm>
          <a:off x="0" y="0"/>
          <a:ext cx="0" cy="0"/>
          <a:chOff x="0" y="0"/>
          <a:chExt cx="0" cy="0"/>
        </a:xfrm>
      </p:grpSpPr>
      <p:sp>
        <p:nvSpPr>
          <p:cNvPr id="51" name="Google Shape;51;p1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 name="Google Shape;52;p1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53" name="Google Shape;53;p13"/>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54" name="Google Shape;54;p13"/>
          <p:cNvSpPr txBox="1"/>
          <p:nvPr>
            <p:ph idx="2" type="subTitle"/>
          </p:nvPr>
        </p:nvSpPr>
        <p:spPr>
          <a:xfrm>
            <a:off x="5767125" y="425525"/>
            <a:ext cx="3238500" cy="9132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type="title"/>
          </p:nvPr>
        </p:nvSpPr>
        <p:spPr>
          <a:xfrm>
            <a:off x="208725" y="344175"/>
            <a:ext cx="5340900" cy="2005200"/>
          </a:xfrm>
          <a:prstGeom prst="rect">
            <a:avLst/>
          </a:prstGeom>
        </p:spPr>
        <p:txBody>
          <a:bodyPr anchorCtr="0" anchor="t"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6" name="Google Shape;56;p13"/>
          <p:cNvSpPr txBox="1"/>
          <p:nvPr>
            <p:ph idx="3"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57" name="Google Shape;57;p13"/>
          <p:cNvSpPr txBox="1"/>
          <p:nvPr>
            <p:ph idx="4"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5688">
          <p15:clr>
            <a:srgbClr val="E46962"/>
          </p15:clr>
        </p15:guide>
        <p15:guide id="2" orient="horz" pos="3168">
          <p15:clr>
            <a:srgbClr val="E46962"/>
          </p15:clr>
        </p15:guide>
        <p15:guide id="3" orient="horz" pos="936">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s">
  <p:cSld name="TITLE_AND_BODY_1">
    <p:bg>
      <p:bgPr>
        <a:solidFill>
          <a:schemeClr val="lt1"/>
        </a:solidFill>
      </p:bgPr>
    </p:bg>
    <p:spTree>
      <p:nvGrpSpPr>
        <p:cNvPr id="58" name="Shape 58"/>
        <p:cNvGrpSpPr/>
        <p:nvPr/>
      </p:nvGrpSpPr>
      <p:grpSpPr>
        <a:xfrm>
          <a:off x="0" y="0"/>
          <a:ext cx="0" cy="0"/>
          <a:chOff x="0" y="0"/>
          <a:chExt cx="0" cy="0"/>
        </a:xfrm>
      </p:grpSpPr>
      <p:sp>
        <p:nvSpPr>
          <p:cNvPr id="59" name="Google Shape;59;p14"/>
          <p:cNvSpPr/>
          <p:nvPr>
            <p:ph idx="2" type="pic"/>
          </p:nvPr>
        </p:nvSpPr>
        <p:spPr>
          <a:xfrm rot="299990">
            <a:off x="716131" y="2331244"/>
            <a:ext cx="3686628" cy="2455534"/>
          </a:xfrm>
          <a:prstGeom prst="snip1Rect">
            <a:avLst>
              <a:gd fmla="val 16667" name="adj"/>
            </a:avLst>
          </a:prstGeom>
          <a:noFill/>
          <a:ln>
            <a:noFill/>
          </a:ln>
        </p:spPr>
      </p:sp>
      <p:sp>
        <p:nvSpPr>
          <p:cNvPr id="60" name="Google Shape;60;p14"/>
          <p:cNvSpPr/>
          <p:nvPr>
            <p:ph idx="3" type="pic"/>
          </p:nvPr>
        </p:nvSpPr>
        <p:spPr>
          <a:xfrm rot="-300269">
            <a:off x="4741294" y="2331368"/>
            <a:ext cx="3686654" cy="2455534"/>
          </a:xfrm>
          <a:prstGeom prst="snip1Rect">
            <a:avLst>
              <a:gd fmla="val 16667" name="adj"/>
            </a:avLst>
          </a:prstGeom>
          <a:noFill/>
          <a:ln>
            <a:noFill/>
          </a:ln>
        </p:spPr>
      </p:sp>
      <p:sp>
        <p:nvSpPr>
          <p:cNvPr id="61" name="Google Shape;61;p14"/>
          <p:cNvSpPr txBox="1"/>
          <p:nvPr>
            <p:ph type="title"/>
          </p:nvPr>
        </p:nvSpPr>
        <p:spPr>
          <a:xfrm>
            <a:off x="333925" y="587150"/>
            <a:ext cx="8475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2" name="Google Shape;62;p14"/>
          <p:cNvSpPr txBox="1"/>
          <p:nvPr>
            <p:ph idx="1" type="body"/>
          </p:nvPr>
        </p:nvSpPr>
        <p:spPr>
          <a:xfrm>
            <a:off x="333925" y="1163150"/>
            <a:ext cx="8475600" cy="708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3" name="Google Shape;63;p14"/>
          <p:cNvSpPr txBox="1"/>
          <p:nvPr>
            <p:ph idx="12" type="sldNum"/>
          </p:nvPr>
        </p:nvSpPr>
        <p:spPr>
          <a:xfrm>
            <a:off x="8260675" y="205550"/>
            <a:ext cx="548700" cy="292500"/>
          </a:xfrm>
          <a:prstGeom prst="rect">
            <a:avLst/>
          </a:prstGeom>
        </p:spPr>
        <p:txBody>
          <a:bodyPr anchorCtr="0" anchor="ctr" bIns="91425" lIns="91425" spcFirstLastPara="1" rIns="91425" wrap="square" tIns="91425">
            <a:normAutofit fontScale="85000" lnSpcReduction="20000"/>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64" name="Google Shape;64;p14"/>
          <p:cNvSpPr txBox="1"/>
          <p:nvPr>
            <p:ph idx="4"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65" name="Google Shape;65;p14"/>
          <p:cNvSpPr txBox="1"/>
          <p:nvPr>
            <p:ph idx="5"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olid with header">
  <p:cSld name="CUSTOM">
    <p:spTree>
      <p:nvGrpSpPr>
        <p:cNvPr id="70" name="Shape 70"/>
        <p:cNvGrpSpPr/>
        <p:nvPr/>
      </p:nvGrpSpPr>
      <p:grpSpPr>
        <a:xfrm>
          <a:off x="0" y="0"/>
          <a:ext cx="0" cy="0"/>
          <a:chOff x="0" y="0"/>
          <a:chExt cx="0" cy="0"/>
        </a:xfrm>
      </p:grpSpPr>
      <p:sp>
        <p:nvSpPr>
          <p:cNvPr id="71" name="Google Shape;71;p1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73" name="Google Shape;73;p16"/>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74" name="Google Shape;74;p16"/>
          <p:cNvSpPr txBox="1"/>
          <p:nvPr>
            <p:ph idx="2" type="subTitle"/>
          </p:nvPr>
        </p:nvSpPr>
        <p:spPr>
          <a:xfrm>
            <a:off x="5767125" y="425525"/>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6"/>
          <p:cNvSpPr txBox="1"/>
          <p:nvPr>
            <p:ph type="title"/>
          </p:nvPr>
        </p:nvSpPr>
        <p:spPr>
          <a:xfrm>
            <a:off x="208725" y="344175"/>
            <a:ext cx="53409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6" name="Google Shape;76;p16"/>
          <p:cNvSpPr txBox="1"/>
          <p:nvPr>
            <p:ph idx="3"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77" name="Google Shape;77;p16"/>
          <p:cNvSpPr txBox="1"/>
          <p:nvPr>
            <p:ph idx="4"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5688">
          <p15:clr>
            <a:srgbClr val="E46962"/>
          </p15:clr>
        </p15:guide>
        <p15:guide id="2" orient="horz" pos="3168">
          <p15:clr>
            <a:srgbClr val="E46962"/>
          </p15:clr>
        </p15:guide>
        <p15:guide id="3" orient="horz" pos="936">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grid with header">
  <p:cSld name="CUSTOM_1">
    <p:spTree>
      <p:nvGrpSpPr>
        <p:cNvPr id="78" name="Shape 78"/>
        <p:cNvGrpSpPr/>
        <p:nvPr/>
      </p:nvGrpSpPr>
      <p:grpSpPr>
        <a:xfrm>
          <a:off x="0" y="0"/>
          <a:ext cx="0" cy="0"/>
          <a:chOff x="0" y="0"/>
          <a:chExt cx="0" cy="0"/>
        </a:xfrm>
      </p:grpSpPr>
      <p:grpSp>
        <p:nvGrpSpPr>
          <p:cNvPr id="79" name="Google Shape;79;p17"/>
          <p:cNvGrpSpPr/>
          <p:nvPr/>
        </p:nvGrpSpPr>
        <p:grpSpPr>
          <a:xfrm>
            <a:off x="-6096" y="-3429"/>
            <a:ext cx="9156192" cy="5150358"/>
            <a:chOff x="0" y="0"/>
            <a:chExt cx="12192000" cy="6858000"/>
          </a:xfrm>
        </p:grpSpPr>
        <p:sp>
          <p:nvSpPr>
            <p:cNvPr id="80" name="Google Shape;80;p1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 name="Google Shape;81;p1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 name="Google Shape;82;p1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 name="Google Shape;83;p1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 name="Google Shape;84;p1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 name="Google Shape;85;p1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 name="Google Shape;86;p1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 name="Google Shape;87;p1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 name="Google Shape;88;p1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 name="Google Shape;89;p1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 name="Google Shape;90;p1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 name="Google Shape;91;p1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 name="Google Shape;92;p1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 name="Google Shape;93;p1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 name="Google Shape;94;p1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 name="Google Shape;95;p1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 name="Google Shape;96;p1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 name="Google Shape;97;p1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 name="Google Shape;98;p1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 name="Google Shape;99;p1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 name="Google Shape;100;p1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 name="Google Shape;101;p1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 name="Google Shape;102;p1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 name="Google Shape;103;p1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 name="Google Shape;104;p1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 name="Google Shape;105;p1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 name="Google Shape;106;p1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 name="Google Shape;107;p1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 name="Google Shape;108;p1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 name="Google Shape;109;p1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 name="Google Shape;110;p1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 name="Google Shape;111;p1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 name="Google Shape;112;p1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 name="Google Shape;113;p1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 name="Google Shape;114;p1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 name="Google Shape;115;p1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 name="Google Shape;116;p1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 name="Google Shape;117;p1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 name="Google Shape;118;p1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 name="Google Shape;119;p1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 name="Google Shape;120;p1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 name="Google Shape;121;p1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 name="Google Shape;122;p1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 name="Google Shape;123;p1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 name="Google Shape;124;p1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 name="Google Shape;125;p1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 name="Google Shape;126;p1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 name="Google Shape;127;p1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 name="Google Shape;128;p1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 name="Google Shape;129;p1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 name="Google Shape;130;p1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 name="Google Shape;131;p1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 name="Google Shape;132;p1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 name="Google Shape;133;p1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 name="Google Shape;134;p1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 name="Google Shape;135;p1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 name="Google Shape;136;p1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 name="Google Shape;137;p1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 name="Google Shape;138;p1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39" name="Google Shape;139;p1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p1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41" name="Google Shape;141;p17"/>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42" name="Google Shape;142;p17"/>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43" name="Google Shape;143;p17"/>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144" name="Google Shape;144;p17"/>
          <p:cNvSpPr txBox="1"/>
          <p:nvPr>
            <p:ph idx="4" type="subTitle"/>
          </p:nvPr>
        </p:nvSpPr>
        <p:spPr>
          <a:xfrm>
            <a:off x="5767125" y="572700"/>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17"/>
          <p:cNvSpPr txBox="1"/>
          <p:nvPr>
            <p:ph type="title"/>
          </p:nvPr>
        </p:nvSpPr>
        <p:spPr>
          <a:xfrm>
            <a:off x="208725" y="344175"/>
            <a:ext cx="5340900" cy="18183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5688">
          <p15:clr>
            <a:srgbClr val="E46962"/>
          </p15:clr>
        </p15:guide>
        <p15:guide id="2" orient="horz" pos="72">
          <p15:clr>
            <a:srgbClr val="E46962"/>
          </p15:clr>
        </p15:guide>
        <p15:guide id="3" orient="horz" pos="316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with header">
  <p:cSld name="CUSTOM_1_1">
    <p:spTree>
      <p:nvGrpSpPr>
        <p:cNvPr id="146" name="Shape 146"/>
        <p:cNvGrpSpPr/>
        <p:nvPr/>
      </p:nvGrpSpPr>
      <p:grpSpPr>
        <a:xfrm>
          <a:off x="0" y="0"/>
          <a:ext cx="0" cy="0"/>
          <a:chOff x="0" y="0"/>
          <a:chExt cx="0" cy="0"/>
        </a:xfrm>
      </p:grpSpPr>
      <p:grpSp>
        <p:nvGrpSpPr>
          <p:cNvPr id="147" name="Google Shape;147;p18"/>
          <p:cNvGrpSpPr/>
          <p:nvPr/>
        </p:nvGrpSpPr>
        <p:grpSpPr>
          <a:xfrm>
            <a:off x="-6096" y="-3429"/>
            <a:ext cx="9156192" cy="5150358"/>
            <a:chOff x="0" y="0"/>
            <a:chExt cx="12192000" cy="6858000"/>
          </a:xfrm>
        </p:grpSpPr>
        <p:sp>
          <p:nvSpPr>
            <p:cNvPr id="148" name="Google Shape;148;p1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 name="Google Shape;149;p1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 name="Google Shape;150;p1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 name="Google Shape;151;p1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 name="Google Shape;152;p1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 name="Google Shape;153;p1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 name="Google Shape;154;p1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 name="Google Shape;155;p1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 name="Google Shape;156;p1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 name="Google Shape;157;p1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 name="Google Shape;158;p1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 name="Google Shape;159;p1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 name="Google Shape;160;p1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 name="Google Shape;161;p1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 name="Google Shape;162;p1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 name="Google Shape;163;p1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 name="Google Shape;164;p1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 name="Google Shape;165;p1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 name="Google Shape;166;p1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 name="Google Shape;167;p1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 name="Google Shape;168;p1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 name="Google Shape;169;p1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 name="Google Shape;170;p1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 name="Google Shape;171;p1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 name="Google Shape;172;p1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 name="Google Shape;173;p1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 name="Google Shape;174;p1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 name="Google Shape;175;p1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 name="Google Shape;176;p1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 name="Google Shape;177;p1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 name="Google Shape;178;p1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 name="Google Shape;179;p1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 name="Google Shape;180;p1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 name="Google Shape;181;p1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 name="Google Shape;182;p1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 name="Google Shape;183;p1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 name="Google Shape;184;p1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 name="Google Shape;185;p1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 name="Google Shape;186;p1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 name="Google Shape;187;p1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 name="Google Shape;188;p1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 name="Google Shape;189;p1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0" name="Google Shape;190;p1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1" name="Google Shape;191;p1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 name="Google Shape;192;p1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 name="Google Shape;193;p1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4" name="Google Shape;194;p1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5" name="Google Shape;195;p1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6" name="Google Shape;196;p1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7" name="Google Shape;197;p1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8" name="Google Shape;198;p1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9" name="Google Shape;199;p1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0" name="Google Shape;200;p1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1" name="Google Shape;201;p1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2" name="Google Shape;202;p1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3" name="Google Shape;203;p1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4" name="Google Shape;204;p1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5" name="Google Shape;205;p1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6" name="Google Shape;206;p1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07" name="Google Shape;207;p1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1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09" name="Google Shape;209;p18"/>
          <p:cNvSpPr txBox="1"/>
          <p:nvPr>
            <p:ph type="title"/>
          </p:nvPr>
        </p:nvSpPr>
        <p:spPr>
          <a:xfrm>
            <a:off x="1579100" y="491225"/>
            <a:ext cx="4966200" cy="7962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0" name="Google Shape;210;p18"/>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11" name="Google Shape;211;p18"/>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12" name="Google Shape;212;p18"/>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5688">
          <p15:clr>
            <a:srgbClr val="E46962"/>
          </p15:clr>
        </p15:guide>
        <p15:guide id="2" orient="horz" pos="72">
          <p15:clr>
            <a:srgbClr val="E46962"/>
          </p15:clr>
        </p15:guide>
        <p15:guide id="3" orient="horz" pos="3168">
          <p15:clr>
            <a:srgbClr val="E46962"/>
          </p15:clr>
        </p15:guide>
        <p15:guide id="4" orient="horz" pos="720">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with header">
  <p:cSld name="CUSTOM_1_1_1_1">
    <p:spTree>
      <p:nvGrpSpPr>
        <p:cNvPr id="213" name="Shape 213"/>
        <p:cNvGrpSpPr/>
        <p:nvPr/>
      </p:nvGrpSpPr>
      <p:grpSpPr>
        <a:xfrm>
          <a:off x="0" y="0"/>
          <a:ext cx="0" cy="0"/>
          <a:chOff x="0" y="0"/>
          <a:chExt cx="0" cy="0"/>
        </a:xfrm>
      </p:grpSpPr>
      <p:grpSp>
        <p:nvGrpSpPr>
          <p:cNvPr id="214" name="Google Shape;214;p19"/>
          <p:cNvGrpSpPr/>
          <p:nvPr/>
        </p:nvGrpSpPr>
        <p:grpSpPr>
          <a:xfrm>
            <a:off x="-6096" y="-3429"/>
            <a:ext cx="9156192" cy="5150358"/>
            <a:chOff x="0" y="0"/>
            <a:chExt cx="12192000" cy="6858000"/>
          </a:xfrm>
        </p:grpSpPr>
        <p:sp>
          <p:nvSpPr>
            <p:cNvPr id="215" name="Google Shape;215;p1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6" name="Google Shape;216;p1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7" name="Google Shape;217;p1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8" name="Google Shape;218;p1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9" name="Google Shape;219;p1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0" name="Google Shape;220;p1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1" name="Google Shape;221;p1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2" name="Google Shape;222;p1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3" name="Google Shape;223;p1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4" name="Google Shape;224;p1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5" name="Google Shape;225;p1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6" name="Google Shape;226;p1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7" name="Google Shape;227;p1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8" name="Google Shape;228;p1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9" name="Google Shape;229;p1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0" name="Google Shape;230;p1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1" name="Google Shape;231;p1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2" name="Google Shape;232;p1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3" name="Google Shape;233;p1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4" name="Google Shape;234;p1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5" name="Google Shape;235;p1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6" name="Google Shape;236;p1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7" name="Google Shape;237;p1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8" name="Google Shape;238;p1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9" name="Google Shape;239;p1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0" name="Google Shape;240;p1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1" name="Google Shape;241;p1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2" name="Google Shape;242;p1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3" name="Google Shape;243;p1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4" name="Google Shape;244;p1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5" name="Google Shape;245;p1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6" name="Google Shape;246;p1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7" name="Google Shape;247;p1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8" name="Google Shape;248;p1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9" name="Google Shape;249;p1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0" name="Google Shape;250;p1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1" name="Google Shape;251;p1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2" name="Google Shape;252;p1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3" name="Google Shape;253;p1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4" name="Google Shape;254;p1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5" name="Google Shape;255;p1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6" name="Google Shape;256;p1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7" name="Google Shape;257;p1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8" name="Google Shape;258;p1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9" name="Google Shape;259;p1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0" name="Google Shape;260;p1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1" name="Google Shape;261;p1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2" name="Google Shape;262;p1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3" name="Google Shape;263;p1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4" name="Google Shape;264;p1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5" name="Google Shape;265;p1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6" name="Google Shape;266;p1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7" name="Google Shape;267;p1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8" name="Google Shape;268;p1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9" name="Google Shape;269;p1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0" name="Google Shape;270;p1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1" name="Google Shape;271;p1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2" name="Google Shape;272;p1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3" name="Google Shape;273;p1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74" name="Google Shape;274;p1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5" name="Google Shape;275;p1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76" name="Google Shape;276;p19"/>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77" name="Google Shape;277;p19"/>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78" name="Google Shape;278;p19"/>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279" name="Google Shape;279;p19"/>
          <p:cNvSpPr txBox="1"/>
          <p:nvPr>
            <p:ph idx="4" type="subTitle"/>
          </p:nvPr>
        </p:nvSpPr>
        <p:spPr>
          <a:xfrm>
            <a:off x="516425" y="2548200"/>
            <a:ext cx="3736200" cy="1277100"/>
          </a:xfrm>
          <a:prstGeom prst="rect">
            <a:avLst/>
          </a:prstGeom>
        </p:spPr>
        <p:txBody>
          <a:bodyPr anchorCtr="0" anchor="t" bIns="91425" lIns="91425" spcFirstLastPara="1" rIns="91425" wrap="square" tIns="91425">
            <a:sp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0" name="Google Shape;280;p19"/>
          <p:cNvSpPr txBox="1"/>
          <p:nvPr>
            <p:ph idx="5" type="subTitle"/>
          </p:nvPr>
        </p:nvSpPr>
        <p:spPr>
          <a:xfrm>
            <a:off x="5128850" y="2548200"/>
            <a:ext cx="3679500" cy="1277100"/>
          </a:xfrm>
          <a:prstGeom prst="rect">
            <a:avLst/>
          </a:prstGeom>
        </p:spPr>
        <p:txBody>
          <a:bodyPr anchorCtr="0" anchor="t" bIns="91425" lIns="91425" spcFirstLastPara="1" rIns="91425" wrap="square" tIns="91425">
            <a:sp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1" name="Google Shape;281;p19"/>
          <p:cNvSpPr txBox="1"/>
          <p:nvPr>
            <p:ph type="title"/>
          </p:nvPr>
        </p:nvSpPr>
        <p:spPr>
          <a:xfrm>
            <a:off x="209775" y="468575"/>
            <a:ext cx="6048900" cy="14370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p:cSld name="CUSTOM_1_1_1_1_1">
    <p:spTree>
      <p:nvGrpSpPr>
        <p:cNvPr id="282" name="Shape 282"/>
        <p:cNvGrpSpPr/>
        <p:nvPr/>
      </p:nvGrpSpPr>
      <p:grpSpPr>
        <a:xfrm>
          <a:off x="0" y="0"/>
          <a:ext cx="0" cy="0"/>
          <a:chOff x="0" y="0"/>
          <a:chExt cx="0" cy="0"/>
        </a:xfrm>
      </p:grpSpPr>
      <p:grpSp>
        <p:nvGrpSpPr>
          <p:cNvPr id="283" name="Google Shape;283;p20"/>
          <p:cNvGrpSpPr/>
          <p:nvPr/>
        </p:nvGrpSpPr>
        <p:grpSpPr>
          <a:xfrm>
            <a:off x="-6096" y="-3429"/>
            <a:ext cx="9156192" cy="5150358"/>
            <a:chOff x="0" y="0"/>
            <a:chExt cx="12192000" cy="6858000"/>
          </a:xfrm>
        </p:grpSpPr>
        <p:sp>
          <p:nvSpPr>
            <p:cNvPr id="284" name="Google Shape;284;p2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5" name="Google Shape;285;p2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6" name="Google Shape;286;p2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7" name="Google Shape;287;p2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8" name="Google Shape;288;p2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9" name="Google Shape;289;p2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0" name="Google Shape;290;p2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1" name="Google Shape;291;p2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2" name="Google Shape;292;p2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3" name="Google Shape;293;p2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4" name="Google Shape;294;p2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5" name="Google Shape;295;p2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6" name="Google Shape;296;p2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7" name="Google Shape;297;p2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8" name="Google Shape;298;p2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9" name="Google Shape;299;p2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0" name="Google Shape;300;p2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1" name="Google Shape;301;p2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2" name="Google Shape;302;p2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3" name="Google Shape;303;p2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4" name="Google Shape;304;p2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5" name="Google Shape;305;p2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6" name="Google Shape;306;p2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7" name="Google Shape;307;p2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8" name="Google Shape;308;p2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9" name="Google Shape;309;p2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0" name="Google Shape;310;p2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1" name="Google Shape;311;p2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2" name="Google Shape;312;p2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3" name="Google Shape;313;p2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4" name="Google Shape;314;p2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5" name="Google Shape;315;p2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6" name="Google Shape;316;p2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7" name="Google Shape;317;p2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8" name="Google Shape;318;p2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9" name="Google Shape;319;p2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0" name="Google Shape;320;p2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1" name="Google Shape;321;p2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2" name="Google Shape;322;p2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3" name="Google Shape;323;p2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4" name="Google Shape;324;p2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5" name="Google Shape;325;p2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6" name="Google Shape;326;p2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7" name="Google Shape;327;p2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8" name="Google Shape;328;p2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9" name="Google Shape;329;p2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0" name="Google Shape;330;p2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1" name="Google Shape;331;p2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2" name="Google Shape;332;p2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3" name="Google Shape;333;p2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4" name="Google Shape;334;p2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5" name="Google Shape;335;p2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6" name="Google Shape;336;p2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7" name="Google Shape;337;p2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8" name="Google Shape;338;p2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9" name="Google Shape;339;p2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0" name="Google Shape;340;p2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1" name="Google Shape;341;p2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2" name="Google Shape;342;p2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343" name="Google Shape;343;p2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4" name="Google Shape;344;p2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345" name="Google Shape;345;p20"/>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46" name="Google Shape;346;p20"/>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47" name="Google Shape;347;p20"/>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348" name="Google Shape;348;p20"/>
          <p:cNvSpPr txBox="1"/>
          <p:nvPr>
            <p:ph type="title"/>
          </p:nvPr>
        </p:nvSpPr>
        <p:spPr>
          <a:xfrm>
            <a:off x="209775" y="468575"/>
            <a:ext cx="6048900" cy="14370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boxes with header">
  <p:cSld name="CUSTOM_1_1_1_1_1_1">
    <p:spTree>
      <p:nvGrpSpPr>
        <p:cNvPr id="349" name="Shape 349"/>
        <p:cNvGrpSpPr/>
        <p:nvPr/>
      </p:nvGrpSpPr>
      <p:grpSpPr>
        <a:xfrm>
          <a:off x="0" y="0"/>
          <a:ext cx="0" cy="0"/>
          <a:chOff x="0" y="0"/>
          <a:chExt cx="0" cy="0"/>
        </a:xfrm>
      </p:grpSpPr>
      <p:grpSp>
        <p:nvGrpSpPr>
          <p:cNvPr id="350" name="Google Shape;350;p21"/>
          <p:cNvGrpSpPr/>
          <p:nvPr/>
        </p:nvGrpSpPr>
        <p:grpSpPr>
          <a:xfrm>
            <a:off x="-6096" y="-3429"/>
            <a:ext cx="9156192" cy="5150358"/>
            <a:chOff x="0" y="0"/>
            <a:chExt cx="12192000" cy="6858000"/>
          </a:xfrm>
        </p:grpSpPr>
        <p:sp>
          <p:nvSpPr>
            <p:cNvPr id="351" name="Google Shape;351;p2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2" name="Google Shape;352;p2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3" name="Google Shape;353;p2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4" name="Google Shape;354;p2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5" name="Google Shape;355;p2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6" name="Google Shape;356;p2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7" name="Google Shape;357;p2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8" name="Google Shape;358;p2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9" name="Google Shape;359;p2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0" name="Google Shape;360;p2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1" name="Google Shape;361;p2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2" name="Google Shape;362;p2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3" name="Google Shape;363;p2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4" name="Google Shape;364;p2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5" name="Google Shape;365;p2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6" name="Google Shape;366;p2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7" name="Google Shape;367;p2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8" name="Google Shape;368;p2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9" name="Google Shape;369;p2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0" name="Google Shape;370;p2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1" name="Google Shape;371;p2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2" name="Google Shape;372;p2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3" name="Google Shape;373;p2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4" name="Google Shape;374;p2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5" name="Google Shape;375;p2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6" name="Google Shape;376;p2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7" name="Google Shape;377;p2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8" name="Google Shape;378;p2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9" name="Google Shape;379;p2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0" name="Google Shape;380;p2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1" name="Google Shape;381;p2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2" name="Google Shape;382;p2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3" name="Google Shape;383;p2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4" name="Google Shape;384;p2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5" name="Google Shape;385;p2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6" name="Google Shape;386;p2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7" name="Google Shape;387;p2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8" name="Google Shape;388;p2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9" name="Google Shape;389;p2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0" name="Google Shape;390;p2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1" name="Google Shape;391;p2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2" name="Google Shape;392;p2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3" name="Google Shape;393;p2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4" name="Google Shape;394;p2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5" name="Google Shape;395;p2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6" name="Google Shape;396;p2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7" name="Google Shape;397;p2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8" name="Google Shape;398;p2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9" name="Google Shape;399;p2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0" name="Google Shape;400;p2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1" name="Google Shape;401;p2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2" name="Google Shape;402;p2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3" name="Google Shape;403;p2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4" name="Google Shape;404;p2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5" name="Google Shape;405;p2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6" name="Google Shape;406;p2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7" name="Google Shape;407;p2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8" name="Google Shape;408;p2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9" name="Google Shape;409;p2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410" name="Google Shape;410;p2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1" name="Google Shape;411;p2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412" name="Google Shape;412;p21"/>
          <p:cNvSpPr txBox="1"/>
          <p:nvPr>
            <p:ph type="title"/>
          </p:nvPr>
        </p:nvSpPr>
        <p:spPr>
          <a:xfrm>
            <a:off x="209775" y="468575"/>
            <a:ext cx="5016000" cy="1385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3" name="Google Shape;413;p21"/>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14" name="Google Shape;414;p21"/>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15" name="Google Shape;415;p21"/>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boxes with header">
  <p:cSld name="CUSTOM_1_1_1_1_1_1_1_1">
    <p:spTree>
      <p:nvGrpSpPr>
        <p:cNvPr id="416" name="Shape 416"/>
        <p:cNvGrpSpPr/>
        <p:nvPr/>
      </p:nvGrpSpPr>
      <p:grpSpPr>
        <a:xfrm>
          <a:off x="0" y="0"/>
          <a:ext cx="0" cy="0"/>
          <a:chOff x="0" y="0"/>
          <a:chExt cx="0" cy="0"/>
        </a:xfrm>
      </p:grpSpPr>
      <p:grpSp>
        <p:nvGrpSpPr>
          <p:cNvPr id="417" name="Google Shape;417;p22"/>
          <p:cNvGrpSpPr/>
          <p:nvPr/>
        </p:nvGrpSpPr>
        <p:grpSpPr>
          <a:xfrm>
            <a:off x="-6096" y="-3429"/>
            <a:ext cx="9156192" cy="5150358"/>
            <a:chOff x="0" y="0"/>
            <a:chExt cx="12192000" cy="6858000"/>
          </a:xfrm>
        </p:grpSpPr>
        <p:sp>
          <p:nvSpPr>
            <p:cNvPr id="418" name="Google Shape;418;p2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9" name="Google Shape;419;p2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0" name="Google Shape;420;p2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1" name="Google Shape;421;p2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2" name="Google Shape;422;p2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3" name="Google Shape;423;p2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4" name="Google Shape;424;p2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5" name="Google Shape;425;p2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6" name="Google Shape;426;p2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7" name="Google Shape;427;p2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8" name="Google Shape;428;p2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9" name="Google Shape;429;p2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0" name="Google Shape;430;p2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1" name="Google Shape;431;p2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2" name="Google Shape;432;p2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3" name="Google Shape;433;p2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4" name="Google Shape;434;p2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5" name="Google Shape;435;p2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6" name="Google Shape;436;p2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7" name="Google Shape;437;p2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8" name="Google Shape;438;p2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9" name="Google Shape;439;p2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0" name="Google Shape;440;p2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1" name="Google Shape;441;p2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2" name="Google Shape;442;p2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3" name="Google Shape;443;p2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4" name="Google Shape;444;p2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5" name="Google Shape;445;p2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6" name="Google Shape;446;p2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7" name="Google Shape;447;p2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8" name="Google Shape;448;p2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9" name="Google Shape;449;p2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0" name="Google Shape;450;p2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1" name="Google Shape;451;p2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2" name="Google Shape;452;p2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3" name="Google Shape;453;p2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4" name="Google Shape;454;p2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5" name="Google Shape;455;p2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6" name="Google Shape;456;p2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7" name="Google Shape;457;p2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8" name="Google Shape;458;p2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9" name="Google Shape;459;p2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0" name="Google Shape;460;p2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1" name="Google Shape;461;p2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2" name="Google Shape;462;p2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3" name="Google Shape;463;p2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4" name="Google Shape;464;p2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5" name="Google Shape;465;p2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6" name="Google Shape;466;p2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7" name="Google Shape;467;p2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8" name="Google Shape;468;p2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9" name="Google Shape;469;p2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0" name="Google Shape;470;p2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1" name="Google Shape;471;p2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2" name="Google Shape;472;p2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3" name="Google Shape;473;p2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4" name="Google Shape;474;p2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5" name="Google Shape;475;p2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6" name="Google Shape;476;p2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477" name="Google Shape;477;p22"/>
          <p:cNvSpPr txBox="1"/>
          <p:nvPr>
            <p:ph type="title"/>
          </p:nvPr>
        </p:nvSpPr>
        <p:spPr>
          <a:xfrm>
            <a:off x="209775" y="468575"/>
            <a:ext cx="5016000" cy="6330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8" name="Google Shape;478;p2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479" name="Google Shape;479;p22"/>
          <p:cNvSpPr txBox="1"/>
          <p:nvPr/>
        </p:nvSpPr>
        <p:spPr>
          <a:xfrm>
            <a:off x="0" y="-39600"/>
            <a:ext cx="263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lt1"/>
                </a:solidFill>
                <a:latin typeface="Lexend"/>
                <a:ea typeface="Lexend"/>
                <a:cs typeface="Lexend"/>
                <a:sym typeface="Lexend"/>
              </a:rPr>
              <a:t>▶ </a:t>
            </a:r>
            <a:endParaRPr b="1" sz="800">
              <a:solidFill>
                <a:schemeClr val="lt1"/>
              </a:solidFill>
              <a:latin typeface="Lexend"/>
              <a:ea typeface="Lexend"/>
              <a:cs typeface="Lexend"/>
              <a:sym typeface="Lexend"/>
            </a:endParaRPr>
          </a:p>
        </p:txBody>
      </p:sp>
      <p:sp>
        <p:nvSpPr>
          <p:cNvPr id="480" name="Google Shape;480;p2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1" name="Google Shape;481;p22"/>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82" name="Google Shape;482;p22"/>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83" name="Google Shape;483;p22"/>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484" name="Google Shape;484;p2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1_1_1_1_1_1_1_1_1_1">
    <p:spTree>
      <p:nvGrpSpPr>
        <p:cNvPr id="485" name="Shape 485"/>
        <p:cNvGrpSpPr/>
        <p:nvPr/>
      </p:nvGrpSpPr>
      <p:grpSpPr>
        <a:xfrm>
          <a:off x="0" y="0"/>
          <a:ext cx="0" cy="0"/>
          <a:chOff x="0" y="0"/>
          <a:chExt cx="0" cy="0"/>
        </a:xfrm>
      </p:grpSpPr>
      <p:grpSp>
        <p:nvGrpSpPr>
          <p:cNvPr id="486" name="Google Shape;486;p23"/>
          <p:cNvGrpSpPr/>
          <p:nvPr/>
        </p:nvGrpSpPr>
        <p:grpSpPr>
          <a:xfrm>
            <a:off x="-6096" y="-3429"/>
            <a:ext cx="9156192" cy="5150358"/>
            <a:chOff x="0" y="0"/>
            <a:chExt cx="12192000" cy="6858000"/>
          </a:xfrm>
        </p:grpSpPr>
        <p:sp>
          <p:nvSpPr>
            <p:cNvPr id="487" name="Google Shape;487;p2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8" name="Google Shape;488;p2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9" name="Google Shape;489;p2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0" name="Google Shape;490;p2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1" name="Google Shape;491;p2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2" name="Google Shape;492;p2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3" name="Google Shape;493;p2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4" name="Google Shape;494;p2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5" name="Google Shape;495;p2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6" name="Google Shape;496;p2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7" name="Google Shape;497;p2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8" name="Google Shape;498;p2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9" name="Google Shape;499;p2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0" name="Google Shape;500;p2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1" name="Google Shape;501;p2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2" name="Google Shape;502;p2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3" name="Google Shape;503;p2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4" name="Google Shape;504;p2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5" name="Google Shape;505;p2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6" name="Google Shape;506;p2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7" name="Google Shape;507;p2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8" name="Google Shape;508;p2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9" name="Google Shape;509;p2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0" name="Google Shape;510;p2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1" name="Google Shape;511;p2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2" name="Google Shape;512;p2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3" name="Google Shape;513;p2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4" name="Google Shape;514;p2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5" name="Google Shape;515;p2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6" name="Google Shape;516;p2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7" name="Google Shape;517;p2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8" name="Google Shape;518;p2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9" name="Google Shape;519;p2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0" name="Google Shape;520;p2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1" name="Google Shape;521;p2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2" name="Google Shape;522;p2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3" name="Google Shape;523;p2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4" name="Google Shape;524;p2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5" name="Google Shape;525;p2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6" name="Google Shape;526;p2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7" name="Google Shape;527;p2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8" name="Google Shape;528;p2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9" name="Google Shape;529;p2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0" name="Google Shape;530;p2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1" name="Google Shape;531;p2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2" name="Google Shape;532;p2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3" name="Google Shape;533;p2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4" name="Google Shape;534;p2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5" name="Google Shape;535;p2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6" name="Google Shape;536;p2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7" name="Google Shape;537;p2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8" name="Google Shape;538;p2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9" name="Google Shape;539;p2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0" name="Google Shape;540;p2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1" name="Google Shape;541;p2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2" name="Google Shape;542;p2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3" name="Google Shape;543;p2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4" name="Google Shape;544;p2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5" name="Google Shape;545;p2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546" name="Google Shape;546;p23"/>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547" name="Google Shape;547;p2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8" name="Google Shape;548;p23"/>
          <p:cNvSpPr txBox="1"/>
          <p:nvPr>
            <p:ph type="title"/>
          </p:nvPr>
        </p:nvSpPr>
        <p:spPr>
          <a:xfrm>
            <a:off x="208725" y="344175"/>
            <a:ext cx="53409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49" name="Google Shape;549;p23"/>
          <p:cNvSpPr txBox="1"/>
          <p:nvPr>
            <p:ph idx="1" type="subTitle"/>
          </p:nvPr>
        </p:nvSpPr>
        <p:spPr>
          <a:xfrm>
            <a:off x="5767125" y="425525"/>
            <a:ext cx="3238500" cy="35205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0" name="Google Shape;550;p2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1_1_1_1_1_1_1_1_1_1_1">
    <p:spTree>
      <p:nvGrpSpPr>
        <p:cNvPr id="551" name="Shape 551"/>
        <p:cNvGrpSpPr/>
        <p:nvPr/>
      </p:nvGrpSpPr>
      <p:grpSpPr>
        <a:xfrm>
          <a:off x="0" y="0"/>
          <a:ext cx="0" cy="0"/>
          <a:chOff x="0" y="0"/>
          <a:chExt cx="0" cy="0"/>
        </a:xfrm>
      </p:grpSpPr>
      <p:grpSp>
        <p:nvGrpSpPr>
          <p:cNvPr id="552" name="Google Shape;552;p24"/>
          <p:cNvGrpSpPr/>
          <p:nvPr/>
        </p:nvGrpSpPr>
        <p:grpSpPr>
          <a:xfrm>
            <a:off x="-6096" y="-3429"/>
            <a:ext cx="9156192" cy="5150358"/>
            <a:chOff x="0" y="0"/>
            <a:chExt cx="12192000" cy="6858000"/>
          </a:xfrm>
        </p:grpSpPr>
        <p:sp>
          <p:nvSpPr>
            <p:cNvPr id="553" name="Google Shape;553;p2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4" name="Google Shape;554;p2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5" name="Google Shape;555;p2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6" name="Google Shape;556;p2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7" name="Google Shape;557;p2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8" name="Google Shape;558;p2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9" name="Google Shape;559;p2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0" name="Google Shape;560;p2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1" name="Google Shape;561;p2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2" name="Google Shape;562;p2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3" name="Google Shape;563;p2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4" name="Google Shape;564;p2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5" name="Google Shape;565;p2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6" name="Google Shape;566;p2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7" name="Google Shape;567;p2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8" name="Google Shape;568;p2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9" name="Google Shape;569;p2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0" name="Google Shape;570;p2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1" name="Google Shape;571;p2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2" name="Google Shape;572;p2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3" name="Google Shape;573;p2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4" name="Google Shape;574;p2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5" name="Google Shape;575;p2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6" name="Google Shape;576;p2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7" name="Google Shape;577;p2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8" name="Google Shape;578;p2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9" name="Google Shape;579;p2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0" name="Google Shape;580;p2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1" name="Google Shape;581;p2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2" name="Google Shape;582;p2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3" name="Google Shape;583;p2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4" name="Google Shape;584;p2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5" name="Google Shape;585;p2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6" name="Google Shape;586;p2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7" name="Google Shape;587;p2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8" name="Google Shape;588;p2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9" name="Google Shape;589;p2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0" name="Google Shape;590;p2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1" name="Google Shape;591;p2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2" name="Google Shape;592;p2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3" name="Google Shape;593;p2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4" name="Google Shape;594;p2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5" name="Google Shape;595;p2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6" name="Google Shape;596;p2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7" name="Google Shape;597;p2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8" name="Google Shape;598;p2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9" name="Google Shape;599;p2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0" name="Google Shape;600;p2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1" name="Google Shape;601;p2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2" name="Google Shape;602;p2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3" name="Google Shape;603;p2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4" name="Google Shape;604;p2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5" name="Google Shape;605;p2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6" name="Google Shape;606;p2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7" name="Google Shape;607;p2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8" name="Google Shape;608;p2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9" name="Google Shape;609;p2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0" name="Google Shape;610;p2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1" name="Google Shape;611;p2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612" name="Google Shape;612;p24"/>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613" name="Google Shape;613;p2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4" name="Google Shape;614;p24"/>
          <p:cNvSpPr txBox="1"/>
          <p:nvPr>
            <p:ph type="title"/>
          </p:nvPr>
        </p:nvSpPr>
        <p:spPr>
          <a:xfrm>
            <a:off x="208725" y="344175"/>
            <a:ext cx="53409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15" name="Google Shape;615;p2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_1_1_1_1_1_1_1_1_1_2">
    <p:spTree>
      <p:nvGrpSpPr>
        <p:cNvPr id="616" name="Shape 616"/>
        <p:cNvGrpSpPr/>
        <p:nvPr/>
      </p:nvGrpSpPr>
      <p:grpSpPr>
        <a:xfrm>
          <a:off x="0" y="0"/>
          <a:ext cx="0" cy="0"/>
          <a:chOff x="0" y="0"/>
          <a:chExt cx="0" cy="0"/>
        </a:xfrm>
      </p:grpSpPr>
      <p:grpSp>
        <p:nvGrpSpPr>
          <p:cNvPr id="617" name="Google Shape;617;p25"/>
          <p:cNvGrpSpPr/>
          <p:nvPr/>
        </p:nvGrpSpPr>
        <p:grpSpPr>
          <a:xfrm>
            <a:off x="-6096" y="-3429"/>
            <a:ext cx="9156192" cy="5150358"/>
            <a:chOff x="0" y="0"/>
            <a:chExt cx="12192000" cy="6858000"/>
          </a:xfrm>
        </p:grpSpPr>
        <p:sp>
          <p:nvSpPr>
            <p:cNvPr id="618" name="Google Shape;618;p2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9" name="Google Shape;619;p2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0" name="Google Shape;620;p2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1" name="Google Shape;621;p2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2" name="Google Shape;622;p2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3" name="Google Shape;623;p2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4" name="Google Shape;624;p2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5" name="Google Shape;625;p2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6" name="Google Shape;626;p2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7" name="Google Shape;627;p2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8" name="Google Shape;628;p2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9" name="Google Shape;629;p2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0" name="Google Shape;630;p2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1" name="Google Shape;631;p2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2" name="Google Shape;632;p2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3" name="Google Shape;633;p2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4" name="Google Shape;634;p2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5" name="Google Shape;635;p2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6" name="Google Shape;636;p2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7" name="Google Shape;637;p2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8" name="Google Shape;638;p2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9" name="Google Shape;639;p2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0" name="Google Shape;640;p2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1" name="Google Shape;641;p2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2" name="Google Shape;642;p2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3" name="Google Shape;643;p2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4" name="Google Shape;644;p2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5" name="Google Shape;645;p2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6" name="Google Shape;646;p2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7" name="Google Shape;647;p2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8" name="Google Shape;648;p2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9" name="Google Shape;649;p2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0" name="Google Shape;650;p2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1" name="Google Shape;651;p2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2" name="Google Shape;652;p2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3" name="Google Shape;653;p2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4" name="Google Shape;654;p2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5" name="Google Shape;655;p2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6" name="Google Shape;656;p2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7" name="Google Shape;657;p2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8" name="Google Shape;658;p2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9" name="Google Shape;659;p2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0" name="Google Shape;660;p2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1" name="Google Shape;661;p2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2" name="Google Shape;662;p2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3" name="Google Shape;663;p2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4" name="Google Shape;664;p2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5" name="Google Shape;665;p2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6" name="Google Shape;666;p2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7" name="Google Shape;667;p2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8" name="Google Shape;668;p2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9" name="Google Shape;669;p2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0" name="Google Shape;670;p2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1" name="Google Shape;671;p2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2" name="Google Shape;672;p2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3" name="Google Shape;673;p2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4" name="Google Shape;674;p2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5" name="Google Shape;675;p2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6" name="Google Shape;676;p2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677" name="Google Shape;677;p25"/>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678" name="Google Shape;678;p2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9" name="Google Shape;679;p25"/>
          <p:cNvSpPr txBox="1"/>
          <p:nvPr>
            <p:ph type="title"/>
          </p:nvPr>
        </p:nvSpPr>
        <p:spPr>
          <a:xfrm>
            <a:off x="208725" y="344175"/>
            <a:ext cx="76404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0" name="Google Shape;680;p25"/>
          <p:cNvSpPr txBox="1"/>
          <p:nvPr>
            <p:ph idx="1" type="body"/>
          </p:nvPr>
        </p:nvSpPr>
        <p:spPr>
          <a:xfrm>
            <a:off x="208725" y="2320375"/>
            <a:ext cx="7353900" cy="2591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681" name="Google Shape;681;p2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1_1_1_1_1_1_1_1_1_1_2_1">
    <p:spTree>
      <p:nvGrpSpPr>
        <p:cNvPr id="682" name="Shape 682"/>
        <p:cNvGrpSpPr/>
        <p:nvPr/>
      </p:nvGrpSpPr>
      <p:grpSpPr>
        <a:xfrm>
          <a:off x="0" y="0"/>
          <a:ext cx="0" cy="0"/>
          <a:chOff x="0" y="0"/>
          <a:chExt cx="0" cy="0"/>
        </a:xfrm>
      </p:grpSpPr>
      <p:grpSp>
        <p:nvGrpSpPr>
          <p:cNvPr id="683" name="Google Shape;683;p26"/>
          <p:cNvGrpSpPr/>
          <p:nvPr/>
        </p:nvGrpSpPr>
        <p:grpSpPr>
          <a:xfrm>
            <a:off x="-6096" y="-3429"/>
            <a:ext cx="9156192" cy="5150358"/>
            <a:chOff x="0" y="0"/>
            <a:chExt cx="12192000" cy="6858000"/>
          </a:xfrm>
        </p:grpSpPr>
        <p:sp>
          <p:nvSpPr>
            <p:cNvPr id="684" name="Google Shape;684;p26"/>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5" name="Google Shape;685;p26"/>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6" name="Google Shape;686;p26"/>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7" name="Google Shape;687;p26"/>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8" name="Google Shape;688;p26"/>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9" name="Google Shape;689;p26"/>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0" name="Google Shape;690;p26"/>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1" name="Google Shape;691;p26"/>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2" name="Google Shape;692;p26"/>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3" name="Google Shape;693;p26"/>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4" name="Google Shape;694;p26"/>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5" name="Google Shape;695;p26"/>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6" name="Google Shape;696;p26"/>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7" name="Google Shape;697;p26"/>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8" name="Google Shape;698;p26"/>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9" name="Google Shape;699;p26"/>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0" name="Google Shape;700;p26"/>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1" name="Google Shape;701;p26"/>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2" name="Google Shape;702;p26"/>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3" name="Google Shape;703;p26"/>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4" name="Google Shape;704;p26"/>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5" name="Google Shape;705;p26"/>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6" name="Google Shape;706;p26"/>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7" name="Google Shape;707;p26"/>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8" name="Google Shape;708;p26"/>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9" name="Google Shape;709;p26"/>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0" name="Google Shape;710;p26"/>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1" name="Google Shape;711;p26"/>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2" name="Google Shape;712;p26"/>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3" name="Google Shape;713;p26"/>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4" name="Google Shape;714;p26"/>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5" name="Google Shape;715;p26"/>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6" name="Google Shape;716;p26"/>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7" name="Google Shape;717;p26"/>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8" name="Google Shape;718;p26"/>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9" name="Google Shape;719;p26"/>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0" name="Google Shape;720;p26"/>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1" name="Google Shape;721;p26"/>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2" name="Google Shape;722;p26"/>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3" name="Google Shape;723;p26"/>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4" name="Google Shape;724;p26"/>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5" name="Google Shape;725;p26"/>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6" name="Google Shape;726;p26"/>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7" name="Google Shape;727;p26"/>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8" name="Google Shape;728;p26"/>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9" name="Google Shape;729;p26"/>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0" name="Google Shape;730;p26"/>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1" name="Google Shape;731;p26"/>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2" name="Google Shape;732;p26"/>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3" name="Google Shape;733;p26"/>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4" name="Google Shape;734;p26"/>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5" name="Google Shape;735;p26"/>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6" name="Google Shape;736;p26"/>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7" name="Google Shape;737;p26"/>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8" name="Google Shape;738;p26"/>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9" name="Google Shape;739;p26"/>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0" name="Google Shape;740;p26"/>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1" name="Google Shape;741;p26"/>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2" name="Google Shape;742;p26"/>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743" name="Google Shape;743;p26"/>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744" name="Google Shape;744;p2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5" name="Google Shape;745;p26"/>
          <p:cNvSpPr txBox="1"/>
          <p:nvPr>
            <p:ph type="title"/>
          </p:nvPr>
        </p:nvSpPr>
        <p:spPr>
          <a:xfrm>
            <a:off x="208725" y="344175"/>
            <a:ext cx="74184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46" name="Google Shape;746;p26"/>
          <p:cNvSpPr txBox="1"/>
          <p:nvPr>
            <p:ph idx="1" type="body"/>
          </p:nvPr>
        </p:nvSpPr>
        <p:spPr>
          <a:xfrm>
            <a:off x="208725" y="2320375"/>
            <a:ext cx="4254900" cy="2591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747" name="Google Shape;747;p26"/>
          <p:cNvSpPr txBox="1"/>
          <p:nvPr>
            <p:ph idx="2" type="body"/>
          </p:nvPr>
        </p:nvSpPr>
        <p:spPr>
          <a:xfrm>
            <a:off x="4684150" y="2320375"/>
            <a:ext cx="4254900" cy="2591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748" name="Google Shape;748;p2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1_1_1_1_1_1_1_1_1_1_2_1_1">
    <p:spTree>
      <p:nvGrpSpPr>
        <p:cNvPr id="749" name="Shape 749"/>
        <p:cNvGrpSpPr/>
        <p:nvPr/>
      </p:nvGrpSpPr>
      <p:grpSpPr>
        <a:xfrm>
          <a:off x="0" y="0"/>
          <a:ext cx="0" cy="0"/>
          <a:chOff x="0" y="0"/>
          <a:chExt cx="0" cy="0"/>
        </a:xfrm>
      </p:grpSpPr>
      <p:grpSp>
        <p:nvGrpSpPr>
          <p:cNvPr id="750" name="Google Shape;750;p27"/>
          <p:cNvGrpSpPr/>
          <p:nvPr/>
        </p:nvGrpSpPr>
        <p:grpSpPr>
          <a:xfrm>
            <a:off x="-6096" y="-3429"/>
            <a:ext cx="9156192" cy="5150358"/>
            <a:chOff x="0" y="0"/>
            <a:chExt cx="12192000" cy="6858000"/>
          </a:xfrm>
        </p:grpSpPr>
        <p:sp>
          <p:nvSpPr>
            <p:cNvPr id="751" name="Google Shape;751;p2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2" name="Google Shape;752;p2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3" name="Google Shape;753;p2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4" name="Google Shape;754;p2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5" name="Google Shape;755;p2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6" name="Google Shape;756;p2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7" name="Google Shape;757;p2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8" name="Google Shape;758;p2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9" name="Google Shape;759;p2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0" name="Google Shape;760;p2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1" name="Google Shape;761;p2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2" name="Google Shape;762;p2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3" name="Google Shape;763;p2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4" name="Google Shape;764;p2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5" name="Google Shape;765;p2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6" name="Google Shape;766;p2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7" name="Google Shape;767;p2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8" name="Google Shape;768;p2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9" name="Google Shape;769;p2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0" name="Google Shape;770;p2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1" name="Google Shape;771;p2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2" name="Google Shape;772;p2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3" name="Google Shape;773;p2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4" name="Google Shape;774;p2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5" name="Google Shape;775;p2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6" name="Google Shape;776;p2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7" name="Google Shape;777;p2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8" name="Google Shape;778;p2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9" name="Google Shape;779;p2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0" name="Google Shape;780;p2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1" name="Google Shape;781;p2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2" name="Google Shape;782;p2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3" name="Google Shape;783;p2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4" name="Google Shape;784;p2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5" name="Google Shape;785;p2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6" name="Google Shape;786;p2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7" name="Google Shape;787;p2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8" name="Google Shape;788;p2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9" name="Google Shape;789;p2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0" name="Google Shape;790;p2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1" name="Google Shape;791;p2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2" name="Google Shape;792;p2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3" name="Google Shape;793;p2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4" name="Google Shape;794;p2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5" name="Google Shape;795;p2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6" name="Google Shape;796;p2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7" name="Google Shape;797;p2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8" name="Google Shape;798;p2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9" name="Google Shape;799;p2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0" name="Google Shape;800;p2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1" name="Google Shape;801;p2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2" name="Google Shape;802;p2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3" name="Google Shape;803;p2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4" name="Google Shape;804;p2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5" name="Google Shape;805;p2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6" name="Google Shape;806;p2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7" name="Google Shape;807;p2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8" name="Google Shape;808;p2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9" name="Google Shape;809;p2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810" name="Google Shape;810;p27"/>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811" name="Google Shape;811;p2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2" name="Google Shape;812;p27"/>
          <p:cNvSpPr txBox="1"/>
          <p:nvPr>
            <p:ph type="title"/>
          </p:nvPr>
        </p:nvSpPr>
        <p:spPr>
          <a:xfrm>
            <a:off x="208725" y="344175"/>
            <a:ext cx="76011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13" name="Google Shape;813;p2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CUSTOM_1_1_1_1_1_1_1_1_1_1_2_1_1_1">
    <p:spTree>
      <p:nvGrpSpPr>
        <p:cNvPr id="814" name="Shape 814"/>
        <p:cNvGrpSpPr/>
        <p:nvPr/>
      </p:nvGrpSpPr>
      <p:grpSpPr>
        <a:xfrm>
          <a:off x="0" y="0"/>
          <a:ext cx="0" cy="0"/>
          <a:chOff x="0" y="0"/>
          <a:chExt cx="0" cy="0"/>
        </a:xfrm>
      </p:grpSpPr>
      <p:grpSp>
        <p:nvGrpSpPr>
          <p:cNvPr id="815" name="Google Shape;815;p28"/>
          <p:cNvGrpSpPr/>
          <p:nvPr/>
        </p:nvGrpSpPr>
        <p:grpSpPr>
          <a:xfrm>
            <a:off x="-6096" y="-3429"/>
            <a:ext cx="9156192" cy="5150358"/>
            <a:chOff x="0" y="0"/>
            <a:chExt cx="12192000" cy="6858000"/>
          </a:xfrm>
        </p:grpSpPr>
        <p:sp>
          <p:nvSpPr>
            <p:cNvPr id="816" name="Google Shape;816;p2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7" name="Google Shape;817;p2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8" name="Google Shape;818;p2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9" name="Google Shape;819;p2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0" name="Google Shape;820;p2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1" name="Google Shape;821;p2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2" name="Google Shape;822;p2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3" name="Google Shape;823;p2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4" name="Google Shape;824;p2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5" name="Google Shape;825;p2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6" name="Google Shape;826;p2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7" name="Google Shape;827;p2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8" name="Google Shape;828;p2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9" name="Google Shape;829;p2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0" name="Google Shape;830;p2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1" name="Google Shape;831;p2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2" name="Google Shape;832;p2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3" name="Google Shape;833;p2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4" name="Google Shape;834;p2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5" name="Google Shape;835;p2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6" name="Google Shape;836;p2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7" name="Google Shape;837;p2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8" name="Google Shape;838;p2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9" name="Google Shape;839;p2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0" name="Google Shape;840;p2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1" name="Google Shape;841;p2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2" name="Google Shape;842;p2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3" name="Google Shape;843;p2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4" name="Google Shape;844;p2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5" name="Google Shape;845;p2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6" name="Google Shape;846;p2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7" name="Google Shape;847;p2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8" name="Google Shape;848;p2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9" name="Google Shape;849;p2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0" name="Google Shape;850;p2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1" name="Google Shape;851;p2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2" name="Google Shape;852;p2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3" name="Google Shape;853;p2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4" name="Google Shape;854;p2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5" name="Google Shape;855;p2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6" name="Google Shape;856;p2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7" name="Google Shape;857;p2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8" name="Google Shape;858;p2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9" name="Google Shape;859;p2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0" name="Google Shape;860;p2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1" name="Google Shape;861;p2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2" name="Google Shape;862;p2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3" name="Google Shape;863;p2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4" name="Google Shape;864;p2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5" name="Google Shape;865;p2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6" name="Google Shape;866;p2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7" name="Google Shape;867;p2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8" name="Google Shape;868;p2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9" name="Google Shape;869;p2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0" name="Google Shape;870;p2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1" name="Google Shape;871;p2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2" name="Google Shape;872;p2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3" name="Google Shape;873;p2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4" name="Google Shape;874;p2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875" name="Google Shape;875;p28"/>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876" name="Google Shape;876;p2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7" name="Google Shape;877;p28"/>
          <p:cNvSpPr txBox="1"/>
          <p:nvPr>
            <p:ph type="title"/>
          </p:nvPr>
        </p:nvSpPr>
        <p:spPr>
          <a:xfrm>
            <a:off x="208725" y="344175"/>
            <a:ext cx="55584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8" name="Google Shape;878;p28"/>
          <p:cNvSpPr txBox="1"/>
          <p:nvPr>
            <p:ph idx="1" type="subTitle"/>
          </p:nvPr>
        </p:nvSpPr>
        <p:spPr>
          <a:xfrm>
            <a:off x="5767125" y="425525"/>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9" name="Google Shape;879;p28"/>
          <p:cNvSpPr txBox="1"/>
          <p:nvPr>
            <p:ph idx="2" type="body"/>
          </p:nvPr>
        </p:nvSpPr>
        <p:spPr>
          <a:xfrm>
            <a:off x="208725" y="3050325"/>
            <a:ext cx="6666600" cy="18615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880" name="Google Shape;880;p2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1_1_1_1_1_1_1_1_1_1_2_1_1_1_1">
    <p:spTree>
      <p:nvGrpSpPr>
        <p:cNvPr id="881" name="Shape 881"/>
        <p:cNvGrpSpPr/>
        <p:nvPr/>
      </p:nvGrpSpPr>
      <p:grpSpPr>
        <a:xfrm>
          <a:off x="0" y="0"/>
          <a:ext cx="0" cy="0"/>
          <a:chOff x="0" y="0"/>
          <a:chExt cx="0" cy="0"/>
        </a:xfrm>
      </p:grpSpPr>
      <p:grpSp>
        <p:nvGrpSpPr>
          <p:cNvPr id="882" name="Google Shape;882;p29"/>
          <p:cNvGrpSpPr/>
          <p:nvPr/>
        </p:nvGrpSpPr>
        <p:grpSpPr>
          <a:xfrm>
            <a:off x="-6096" y="-3429"/>
            <a:ext cx="9156192" cy="5150358"/>
            <a:chOff x="0" y="0"/>
            <a:chExt cx="12192000" cy="6858000"/>
          </a:xfrm>
        </p:grpSpPr>
        <p:sp>
          <p:nvSpPr>
            <p:cNvPr id="883" name="Google Shape;883;p2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4" name="Google Shape;884;p2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5" name="Google Shape;885;p2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6" name="Google Shape;886;p2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7" name="Google Shape;887;p2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8" name="Google Shape;888;p2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9" name="Google Shape;889;p2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0" name="Google Shape;890;p2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1" name="Google Shape;891;p2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2" name="Google Shape;892;p2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3" name="Google Shape;893;p2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4" name="Google Shape;894;p2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5" name="Google Shape;895;p2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6" name="Google Shape;896;p2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7" name="Google Shape;897;p2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8" name="Google Shape;898;p2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9" name="Google Shape;899;p2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0" name="Google Shape;900;p2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1" name="Google Shape;901;p2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2" name="Google Shape;902;p2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3" name="Google Shape;903;p2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4" name="Google Shape;904;p2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5" name="Google Shape;905;p2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6" name="Google Shape;906;p2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7" name="Google Shape;907;p2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8" name="Google Shape;908;p2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9" name="Google Shape;909;p2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0" name="Google Shape;910;p2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1" name="Google Shape;911;p2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2" name="Google Shape;912;p2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3" name="Google Shape;913;p2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4" name="Google Shape;914;p2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5" name="Google Shape;915;p2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6" name="Google Shape;916;p2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7" name="Google Shape;917;p2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8" name="Google Shape;918;p2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9" name="Google Shape;919;p2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0" name="Google Shape;920;p2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1" name="Google Shape;921;p2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2" name="Google Shape;922;p2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3" name="Google Shape;923;p2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4" name="Google Shape;924;p2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5" name="Google Shape;925;p2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6" name="Google Shape;926;p2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7" name="Google Shape;927;p2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8" name="Google Shape;928;p2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9" name="Google Shape;929;p2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0" name="Google Shape;930;p2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1" name="Google Shape;931;p2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2" name="Google Shape;932;p2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3" name="Google Shape;933;p2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4" name="Google Shape;934;p2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5" name="Google Shape;935;p2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6" name="Google Shape;936;p2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7" name="Google Shape;937;p2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8" name="Google Shape;938;p2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9" name="Google Shape;939;p2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0" name="Google Shape;940;p2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1" name="Google Shape;941;p2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942" name="Google Shape;942;p29"/>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943" name="Google Shape;943;p2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4" name="Google Shape;944;p29"/>
          <p:cNvSpPr txBox="1"/>
          <p:nvPr>
            <p:ph type="title"/>
          </p:nvPr>
        </p:nvSpPr>
        <p:spPr>
          <a:xfrm>
            <a:off x="836250" y="1569150"/>
            <a:ext cx="7471500" cy="2005200"/>
          </a:xfrm>
          <a:prstGeom prst="rect">
            <a:avLst/>
          </a:prstGeom>
        </p:spPr>
        <p:txBody>
          <a:bodyPr anchorCtr="0" anchor="t" bIns="91425" lIns="91425" spcFirstLastPara="1" rIns="91425" wrap="square" tIns="91425">
            <a:spAutoFit/>
          </a:bodyPr>
          <a:lstStyle>
            <a:lvl1pPr lvl="0" algn="ctr">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45" name="Google Shape;945;p2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946" name="Shape 946"/>
        <p:cNvGrpSpPr/>
        <p:nvPr/>
      </p:nvGrpSpPr>
      <p:grpSpPr>
        <a:xfrm>
          <a:off x="0" y="0"/>
          <a:ext cx="0" cy="0"/>
          <a:chOff x="0" y="0"/>
          <a:chExt cx="0" cy="0"/>
        </a:xfrm>
      </p:grpSpPr>
      <p:sp>
        <p:nvSpPr>
          <p:cNvPr id="947" name="Google Shape;947;p30"/>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48" name="Google Shape;948;p3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49" name="Google Shape;94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950" name="Shape 950"/>
        <p:cNvGrpSpPr/>
        <p:nvPr/>
      </p:nvGrpSpPr>
      <p:grpSpPr>
        <a:xfrm>
          <a:off x="0" y="0"/>
          <a:ext cx="0" cy="0"/>
          <a:chOff x="0" y="0"/>
          <a:chExt cx="0" cy="0"/>
        </a:xfrm>
      </p:grpSpPr>
      <p:sp>
        <p:nvSpPr>
          <p:cNvPr id="951" name="Google Shape;951;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1"/>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953" name="Google Shape;953;p3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954" name="Google Shape;954;p3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955" name="Google Shape;955;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1_1_1_1_1_1_1_1_1_1_2_1_1_1_1_1">
    <p:spTree>
      <p:nvGrpSpPr>
        <p:cNvPr id="956" name="Shape 956"/>
        <p:cNvGrpSpPr/>
        <p:nvPr/>
      </p:nvGrpSpPr>
      <p:grpSpPr>
        <a:xfrm>
          <a:off x="0" y="0"/>
          <a:ext cx="0" cy="0"/>
          <a:chOff x="0" y="0"/>
          <a:chExt cx="0" cy="0"/>
        </a:xfrm>
      </p:grpSpPr>
      <p:grpSp>
        <p:nvGrpSpPr>
          <p:cNvPr id="957" name="Google Shape;957;p32"/>
          <p:cNvGrpSpPr/>
          <p:nvPr/>
        </p:nvGrpSpPr>
        <p:grpSpPr>
          <a:xfrm>
            <a:off x="-6096" y="-3429"/>
            <a:ext cx="9156192" cy="5150358"/>
            <a:chOff x="0" y="0"/>
            <a:chExt cx="12192000" cy="6858000"/>
          </a:xfrm>
        </p:grpSpPr>
        <p:sp>
          <p:nvSpPr>
            <p:cNvPr id="958" name="Google Shape;958;p3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9" name="Google Shape;959;p3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0" name="Google Shape;960;p3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1" name="Google Shape;961;p3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2" name="Google Shape;962;p3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3" name="Google Shape;963;p3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4" name="Google Shape;964;p3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5" name="Google Shape;965;p3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6" name="Google Shape;966;p3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7" name="Google Shape;967;p3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8" name="Google Shape;968;p3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9" name="Google Shape;969;p3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0" name="Google Shape;970;p3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1" name="Google Shape;971;p3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2" name="Google Shape;972;p3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3" name="Google Shape;973;p3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4" name="Google Shape;974;p3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5" name="Google Shape;975;p3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6" name="Google Shape;976;p3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7" name="Google Shape;977;p3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8" name="Google Shape;978;p3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9" name="Google Shape;979;p3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0" name="Google Shape;980;p3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1" name="Google Shape;981;p3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2" name="Google Shape;982;p3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3" name="Google Shape;983;p3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4" name="Google Shape;984;p3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5" name="Google Shape;985;p3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6" name="Google Shape;986;p3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7" name="Google Shape;987;p3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8" name="Google Shape;988;p3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9" name="Google Shape;989;p3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0" name="Google Shape;990;p3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1" name="Google Shape;991;p3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2" name="Google Shape;992;p3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3" name="Google Shape;993;p3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4" name="Google Shape;994;p3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5" name="Google Shape;995;p3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6" name="Google Shape;996;p3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7" name="Google Shape;997;p3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8" name="Google Shape;998;p3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9" name="Google Shape;999;p3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0" name="Google Shape;1000;p3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1" name="Google Shape;1001;p3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2" name="Google Shape;1002;p3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3" name="Google Shape;1003;p3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4" name="Google Shape;1004;p3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5" name="Google Shape;1005;p3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6" name="Google Shape;1006;p3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7" name="Google Shape;1007;p3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8" name="Google Shape;1008;p3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9" name="Google Shape;1009;p3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0" name="Google Shape;1010;p3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1" name="Google Shape;1011;p3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2" name="Google Shape;1012;p3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3" name="Google Shape;1013;p3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4" name="Google Shape;1014;p3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5" name="Google Shape;1015;p3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6" name="Google Shape;1016;p3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017" name="Google Shape;1017;p3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018" name="Google Shape;1018;p3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9" name="Google Shape;1019;p32"/>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20" name="Google Shape;1020;p32"/>
          <p:cNvSpPr txBox="1"/>
          <p:nvPr>
            <p:ph idx="1" type="subTitle"/>
          </p:nvPr>
        </p:nvSpPr>
        <p:spPr>
          <a:xfrm>
            <a:off x="208725" y="2464950"/>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1" name="Google Shape;1021;p3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1_1_1_1_1_1_1_1_1_1_2_1_1_1_1_1_1">
    <p:spTree>
      <p:nvGrpSpPr>
        <p:cNvPr id="1022" name="Shape 1022"/>
        <p:cNvGrpSpPr/>
        <p:nvPr/>
      </p:nvGrpSpPr>
      <p:grpSpPr>
        <a:xfrm>
          <a:off x="0" y="0"/>
          <a:ext cx="0" cy="0"/>
          <a:chOff x="0" y="0"/>
          <a:chExt cx="0" cy="0"/>
        </a:xfrm>
      </p:grpSpPr>
      <p:grpSp>
        <p:nvGrpSpPr>
          <p:cNvPr id="1023" name="Google Shape;1023;p33"/>
          <p:cNvGrpSpPr/>
          <p:nvPr/>
        </p:nvGrpSpPr>
        <p:grpSpPr>
          <a:xfrm>
            <a:off x="-6096" y="-3429"/>
            <a:ext cx="9156192" cy="5150358"/>
            <a:chOff x="0" y="0"/>
            <a:chExt cx="12192000" cy="6858000"/>
          </a:xfrm>
        </p:grpSpPr>
        <p:sp>
          <p:nvSpPr>
            <p:cNvPr id="1024" name="Google Shape;1024;p3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5" name="Google Shape;1025;p3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6" name="Google Shape;1026;p3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7" name="Google Shape;1027;p3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8" name="Google Shape;1028;p3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9" name="Google Shape;1029;p3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0" name="Google Shape;1030;p3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1" name="Google Shape;1031;p3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2" name="Google Shape;1032;p3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3" name="Google Shape;1033;p3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4" name="Google Shape;1034;p3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5" name="Google Shape;1035;p3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6" name="Google Shape;1036;p3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7" name="Google Shape;1037;p3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8" name="Google Shape;1038;p3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9" name="Google Shape;1039;p3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0" name="Google Shape;1040;p3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1" name="Google Shape;1041;p3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2" name="Google Shape;1042;p3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3" name="Google Shape;1043;p3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4" name="Google Shape;1044;p3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5" name="Google Shape;1045;p3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6" name="Google Shape;1046;p3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7" name="Google Shape;1047;p3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8" name="Google Shape;1048;p3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9" name="Google Shape;1049;p3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0" name="Google Shape;1050;p3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1" name="Google Shape;1051;p3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2" name="Google Shape;1052;p3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3" name="Google Shape;1053;p3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4" name="Google Shape;1054;p3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5" name="Google Shape;1055;p3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6" name="Google Shape;1056;p3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7" name="Google Shape;1057;p3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8" name="Google Shape;1058;p3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9" name="Google Shape;1059;p3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0" name="Google Shape;1060;p3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1" name="Google Shape;1061;p3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2" name="Google Shape;1062;p3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3" name="Google Shape;1063;p3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4" name="Google Shape;1064;p3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5" name="Google Shape;1065;p3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6" name="Google Shape;1066;p3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7" name="Google Shape;1067;p3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8" name="Google Shape;1068;p3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9" name="Google Shape;1069;p3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0" name="Google Shape;1070;p3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1" name="Google Shape;1071;p3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2" name="Google Shape;1072;p3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3" name="Google Shape;1073;p3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4" name="Google Shape;1074;p3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5" name="Google Shape;1075;p3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6" name="Google Shape;1076;p3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7" name="Google Shape;1077;p3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8" name="Google Shape;1078;p3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9" name="Google Shape;1079;p3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0" name="Google Shape;1080;p3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1" name="Google Shape;1081;p3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2" name="Google Shape;1082;p3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083" name="Google Shape;1083;p33"/>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084" name="Google Shape;1084;p3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5" name="Google Shape;1085;p33"/>
          <p:cNvSpPr txBox="1"/>
          <p:nvPr>
            <p:ph idx="1" type="body"/>
          </p:nvPr>
        </p:nvSpPr>
        <p:spPr>
          <a:xfrm>
            <a:off x="1578900" y="1135050"/>
            <a:ext cx="5986200" cy="2873400"/>
          </a:xfrm>
          <a:prstGeom prst="rect">
            <a:avLst/>
          </a:prstGeom>
        </p:spPr>
        <p:txBody>
          <a:bodyPr anchorCtr="0" anchor="t" bIns="91425" lIns="91425" spcFirstLastPara="1" rIns="91425" wrap="square" tIns="91425">
            <a:noAutofit/>
          </a:bodyPr>
          <a:lstStyle>
            <a:lvl1pPr indent="-279400" lvl="0" marL="457200" algn="ctr">
              <a:spcBef>
                <a:spcPts val="0"/>
              </a:spcBef>
              <a:spcAft>
                <a:spcPts val="0"/>
              </a:spcAft>
              <a:buSzPts val="800"/>
              <a:buChar char="●"/>
              <a:defRPr/>
            </a:lvl1pPr>
            <a:lvl2pPr indent="-279400" lvl="1" marL="914400" algn="ctr">
              <a:spcBef>
                <a:spcPts val="0"/>
              </a:spcBef>
              <a:spcAft>
                <a:spcPts val="0"/>
              </a:spcAft>
              <a:buSzPts val="800"/>
              <a:buChar char="○"/>
              <a:defRPr/>
            </a:lvl2pPr>
            <a:lvl3pPr indent="-279400" lvl="2" marL="1371600" algn="ctr">
              <a:spcBef>
                <a:spcPts val="0"/>
              </a:spcBef>
              <a:spcAft>
                <a:spcPts val="0"/>
              </a:spcAft>
              <a:buSzPts val="800"/>
              <a:buChar char="■"/>
              <a:defRPr/>
            </a:lvl3pPr>
            <a:lvl4pPr indent="-279400" lvl="3" marL="1828800" algn="ctr">
              <a:spcBef>
                <a:spcPts val="0"/>
              </a:spcBef>
              <a:spcAft>
                <a:spcPts val="0"/>
              </a:spcAft>
              <a:buSzPts val="800"/>
              <a:buChar char="●"/>
              <a:defRPr/>
            </a:lvl4pPr>
            <a:lvl5pPr indent="-279400" lvl="4" marL="2286000" algn="ctr">
              <a:spcBef>
                <a:spcPts val="0"/>
              </a:spcBef>
              <a:spcAft>
                <a:spcPts val="0"/>
              </a:spcAft>
              <a:buSzPts val="800"/>
              <a:buChar char="○"/>
              <a:defRPr/>
            </a:lvl5pPr>
            <a:lvl6pPr indent="-279400" lvl="5" marL="2743200" algn="ctr">
              <a:spcBef>
                <a:spcPts val="0"/>
              </a:spcBef>
              <a:spcAft>
                <a:spcPts val="0"/>
              </a:spcAft>
              <a:buSzPts val="800"/>
              <a:buChar char="■"/>
              <a:defRPr/>
            </a:lvl6pPr>
            <a:lvl7pPr indent="-279400" lvl="6" marL="3200400" algn="ctr">
              <a:spcBef>
                <a:spcPts val="0"/>
              </a:spcBef>
              <a:spcAft>
                <a:spcPts val="0"/>
              </a:spcAft>
              <a:buSzPts val="800"/>
              <a:buChar char="●"/>
              <a:defRPr/>
            </a:lvl7pPr>
            <a:lvl8pPr indent="-279400" lvl="7" marL="3657600" algn="ctr">
              <a:spcBef>
                <a:spcPts val="0"/>
              </a:spcBef>
              <a:spcAft>
                <a:spcPts val="0"/>
              </a:spcAft>
              <a:buSzPts val="800"/>
              <a:buChar char="○"/>
              <a:defRPr/>
            </a:lvl8pPr>
            <a:lvl9pPr indent="-279400" lvl="8" marL="4114800" algn="ctr">
              <a:spcBef>
                <a:spcPts val="0"/>
              </a:spcBef>
              <a:spcAft>
                <a:spcPts val="0"/>
              </a:spcAft>
              <a:buSzPts val="800"/>
              <a:buChar char="■"/>
              <a:defRPr/>
            </a:lvl9pPr>
          </a:lstStyle>
          <a:p/>
        </p:txBody>
      </p:sp>
      <p:sp>
        <p:nvSpPr>
          <p:cNvPr id="1086" name="Google Shape;1086;p3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1_1_1_1_1_1_1_1_1_1_2_1_1_1_1_1_1_1">
    <p:spTree>
      <p:nvGrpSpPr>
        <p:cNvPr id="1087" name="Shape 1087"/>
        <p:cNvGrpSpPr/>
        <p:nvPr/>
      </p:nvGrpSpPr>
      <p:grpSpPr>
        <a:xfrm>
          <a:off x="0" y="0"/>
          <a:ext cx="0" cy="0"/>
          <a:chOff x="0" y="0"/>
          <a:chExt cx="0" cy="0"/>
        </a:xfrm>
      </p:grpSpPr>
      <p:grpSp>
        <p:nvGrpSpPr>
          <p:cNvPr id="1088" name="Google Shape;1088;p34"/>
          <p:cNvGrpSpPr/>
          <p:nvPr/>
        </p:nvGrpSpPr>
        <p:grpSpPr>
          <a:xfrm>
            <a:off x="-6096" y="-3429"/>
            <a:ext cx="9156192" cy="5150358"/>
            <a:chOff x="0" y="0"/>
            <a:chExt cx="12192000" cy="6858000"/>
          </a:xfrm>
        </p:grpSpPr>
        <p:sp>
          <p:nvSpPr>
            <p:cNvPr id="1089" name="Google Shape;1089;p3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0" name="Google Shape;1090;p3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1" name="Google Shape;1091;p3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2" name="Google Shape;1092;p3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3" name="Google Shape;1093;p3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4" name="Google Shape;1094;p3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5" name="Google Shape;1095;p3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6" name="Google Shape;1096;p3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7" name="Google Shape;1097;p3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8" name="Google Shape;1098;p3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9" name="Google Shape;1099;p3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0" name="Google Shape;1100;p3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1" name="Google Shape;1101;p3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2" name="Google Shape;1102;p3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3" name="Google Shape;1103;p3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4" name="Google Shape;1104;p3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5" name="Google Shape;1105;p3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6" name="Google Shape;1106;p3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7" name="Google Shape;1107;p3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8" name="Google Shape;1108;p3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9" name="Google Shape;1109;p3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0" name="Google Shape;1110;p3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1" name="Google Shape;1111;p3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2" name="Google Shape;1112;p3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3" name="Google Shape;1113;p3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4" name="Google Shape;1114;p3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5" name="Google Shape;1115;p3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6" name="Google Shape;1116;p3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7" name="Google Shape;1117;p3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8" name="Google Shape;1118;p3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9" name="Google Shape;1119;p3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0" name="Google Shape;1120;p3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1" name="Google Shape;1121;p3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2" name="Google Shape;1122;p3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3" name="Google Shape;1123;p3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4" name="Google Shape;1124;p3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5" name="Google Shape;1125;p3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6" name="Google Shape;1126;p3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7" name="Google Shape;1127;p3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8" name="Google Shape;1128;p3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9" name="Google Shape;1129;p3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0" name="Google Shape;1130;p3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1" name="Google Shape;1131;p3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2" name="Google Shape;1132;p3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3" name="Google Shape;1133;p3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4" name="Google Shape;1134;p3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5" name="Google Shape;1135;p3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6" name="Google Shape;1136;p3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7" name="Google Shape;1137;p3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8" name="Google Shape;1138;p3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9" name="Google Shape;1139;p3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0" name="Google Shape;1140;p3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1" name="Google Shape;1141;p3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2" name="Google Shape;1142;p3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3" name="Google Shape;1143;p3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4" name="Google Shape;1144;p3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5" name="Google Shape;1145;p3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6" name="Google Shape;1146;p3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7" name="Google Shape;1147;p3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148" name="Google Shape;1148;p34"/>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149" name="Google Shape;1149;p3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0" name="Google Shape;1150;p34"/>
          <p:cNvSpPr txBox="1"/>
          <p:nvPr>
            <p:ph idx="1" type="body"/>
          </p:nvPr>
        </p:nvSpPr>
        <p:spPr>
          <a:xfrm>
            <a:off x="2919350" y="1423650"/>
            <a:ext cx="5986200" cy="287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151" name="Google Shape;1151;p34"/>
          <p:cNvSpPr txBox="1"/>
          <p:nvPr>
            <p:ph type="title"/>
          </p:nvPr>
        </p:nvSpPr>
        <p:spPr>
          <a:xfrm>
            <a:off x="221150" y="1423650"/>
            <a:ext cx="2510100" cy="22962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52" name="Google Shape;1152;p3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grid">
  <p:cSld name="CUSTOM_1_1_1_1_1_1_1_1_1_1_2_1_1_1_1_1_1_1_1">
    <p:spTree>
      <p:nvGrpSpPr>
        <p:cNvPr id="1153" name="Shape 1153"/>
        <p:cNvGrpSpPr/>
        <p:nvPr/>
      </p:nvGrpSpPr>
      <p:grpSpPr>
        <a:xfrm>
          <a:off x="0" y="0"/>
          <a:ext cx="0" cy="0"/>
          <a:chOff x="0" y="0"/>
          <a:chExt cx="0" cy="0"/>
        </a:xfrm>
      </p:grpSpPr>
      <p:grpSp>
        <p:nvGrpSpPr>
          <p:cNvPr id="1154" name="Google Shape;1154;p35"/>
          <p:cNvGrpSpPr/>
          <p:nvPr/>
        </p:nvGrpSpPr>
        <p:grpSpPr>
          <a:xfrm>
            <a:off x="-6096" y="-3429"/>
            <a:ext cx="9156192" cy="5150358"/>
            <a:chOff x="0" y="0"/>
            <a:chExt cx="12192000" cy="6858000"/>
          </a:xfrm>
        </p:grpSpPr>
        <p:sp>
          <p:nvSpPr>
            <p:cNvPr id="1155" name="Google Shape;1155;p3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6" name="Google Shape;1156;p3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7" name="Google Shape;1157;p3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8" name="Google Shape;1158;p3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9" name="Google Shape;1159;p3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0" name="Google Shape;1160;p3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1" name="Google Shape;1161;p3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2" name="Google Shape;1162;p3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3" name="Google Shape;1163;p3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4" name="Google Shape;1164;p3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5" name="Google Shape;1165;p3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6" name="Google Shape;1166;p3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7" name="Google Shape;1167;p3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8" name="Google Shape;1168;p3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9" name="Google Shape;1169;p3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0" name="Google Shape;1170;p3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1" name="Google Shape;1171;p3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2" name="Google Shape;1172;p3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3" name="Google Shape;1173;p3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4" name="Google Shape;1174;p3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5" name="Google Shape;1175;p3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6" name="Google Shape;1176;p3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7" name="Google Shape;1177;p3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8" name="Google Shape;1178;p3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9" name="Google Shape;1179;p3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0" name="Google Shape;1180;p3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1" name="Google Shape;1181;p3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2" name="Google Shape;1182;p3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3" name="Google Shape;1183;p3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4" name="Google Shape;1184;p3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5" name="Google Shape;1185;p3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6" name="Google Shape;1186;p3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7" name="Google Shape;1187;p3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8" name="Google Shape;1188;p3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9" name="Google Shape;1189;p3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0" name="Google Shape;1190;p3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1" name="Google Shape;1191;p3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2" name="Google Shape;1192;p3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3" name="Google Shape;1193;p3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4" name="Google Shape;1194;p3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5" name="Google Shape;1195;p3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6" name="Google Shape;1196;p3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7" name="Google Shape;1197;p3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8" name="Google Shape;1198;p3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9" name="Google Shape;1199;p3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0" name="Google Shape;1200;p3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1" name="Google Shape;1201;p3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2" name="Google Shape;1202;p3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3" name="Google Shape;1203;p3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4" name="Google Shape;1204;p3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5" name="Google Shape;1205;p3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6" name="Google Shape;1206;p3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7" name="Google Shape;1207;p3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8" name="Google Shape;1208;p3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9" name="Google Shape;1209;p3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0" name="Google Shape;1210;p3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1" name="Google Shape;1211;p3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2" name="Google Shape;1212;p3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3" name="Google Shape;1213;p3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214" name="Google Shape;1214;p35"/>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215" name="Google Shape;1215;p3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6" name="Google Shape;1216;p3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_1_1_1_1_1_1_1_1_1_2_1_1_1_1_1_1_1_1_1">
    <p:spTree>
      <p:nvGrpSpPr>
        <p:cNvPr id="1217" name="Shape 1217"/>
        <p:cNvGrpSpPr/>
        <p:nvPr/>
      </p:nvGrpSpPr>
      <p:grpSpPr>
        <a:xfrm>
          <a:off x="0" y="0"/>
          <a:ext cx="0" cy="0"/>
          <a:chOff x="0" y="0"/>
          <a:chExt cx="0" cy="0"/>
        </a:xfrm>
      </p:grpSpPr>
      <p:sp>
        <p:nvSpPr>
          <p:cNvPr id="1218" name="Google Shape;1218;p36"/>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219" name="Google Shape;1219;p3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0" name="Google Shape;1220;p3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1_1_1_1_1_1_1_1_1_1_2_1_1_1_1_1_1_1_1_1_1">
    <p:spTree>
      <p:nvGrpSpPr>
        <p:cNvPr id="1221" name="Shape 1221"/>
        <p:cNvGrpSpPr/>
        <p:nvPr/>
      </p:nvGrpSpPr>
      <p:grpSpPr>
        <a:xfrm>
          <a:off x="0" y="0"/>
          <a:ext cx="0" cy="0"/>
          <a:chOff x="0" y="0"/>
          <a:chExt cx="0" cy="0"/>
        </a:xfrm>
      </p:grpSpPr>
      <p:sp>
        <p:nvSpPr>
          <p:cNvPr id="1222" name="Google Shape;1222;p37"/>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223" name="Google Shape;1223;p37"/>
          <p:cNvGrpSpPr/>
          <p:nvPr/>
        </p:nvGrpSpPr>
        <p:grpSpPr>
          <a:xfrm>
            <a:off x="-6096" y="-3429"/>
            <a:ext cx="9156192" cy="5150358"/>
            <a:chOff x="0" y="0"/>
            <a:chExt cx="12192000" cy="6858000"/>
          </a:xfrm>
        </p:grpSpPr>
        <p:sp>
          <p:nvSpPr>
            <p:cNvPr id="1224" name="Google Shape;1224;p3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5" name="Google Shape;1225;p3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6" name="Google Shape;1226;p3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7" name="Google Shape;1227;p3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8" name="Google Shape;1228;p3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9" name="Google Shape;1229;p3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0" name="Google Shape;1230;p3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1" name="Google Shape;1231;p3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2" name="Google Shape;1232;p3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3" name="Google Shape;1233;p3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4" name="Google Shape;1234;p3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5" name="Google Shape;1235;p3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6" name="Google Shape;1236;p3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7" name="Google Shape;1237;p3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8" name="Google Shape;1238;p3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9" name="Google Shape;1239;p3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0" name="Google Shape;1240;p3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1" name="Google Shape;1241;p3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2" name="Google Shape;1242;p3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3" name="Google Shape;1243;p3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4" name="Google Shape;1244;p3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5" name="Google Shape;1245;p3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6" name="Google Shape;1246;p3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7" name="Google Shape;1247;p3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8" name="Google Shape;1248;p3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9" name="Google Shape;1249;p3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0" name="Google Shape;1250;p3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1" name="Google Shape;1251;p3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2" name="Google Shape;1252;p3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3" name="Google Shape;1253;p3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4" name="Google Shape;1254;p3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5" name="Google Shape;1255;p3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6" name="Google Shape;1256;p3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7" name="Google Shape;1257;p3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8" name="Google Shape;1258;p3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9" name="Google Shape;1259;p3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0" name="Google Shape;1260;p3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1" name="Google Shape;1261;p3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2" name="Google Shape;1262;p3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3" name="Google Shape;1263;p3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4" name="Google Shape;1264;p3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5" name="Google Shape;1265;p3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6" name="Google Shape;1266;p3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7" name="Google Shape;1267;p3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8" name="Google Shape;1268;p3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9" name="Google Shape;1269;p3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0" name="Google Shape;1270;p3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1" name="Google Shape;1271;p3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2" name="Google Shape;1272;p3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3" name="Google Shape;1273;p3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4" name="Google Shape;1274;p3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5" name="Google Shape;1275;p3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6" name="Google Shape;1276;p3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7" name="Google Shape;1277;p3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8" name="Google Shape;1278;p3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9" name="Google Shape;1279;p3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0" name="Google Shape;1280;p3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1" name="Google Shape;1281;p3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2" name="Google Shape;1282;p3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283" name="Google Shape;1283;p3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4" name="Google Shape;1284;p37"/>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85" name="Google Shape;1285;p37"/>
          <p:cNvSpPr txBox="1"/>
          <p:nvPr>
            <p:ph idx="1" type="subTitle"/>
          </p:nvPr>
        </p:nvSpPr>
        <p:spPr>
          <a:xfrm>
            <a:off x="208725" y="2464950"/>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6" name="Google Shape;1286;p37"/>
          <p:cNvSpPr txBox="1"/>
          <p:nvPr>
            <p:ph idx="2" type="subTitle"/>
          </p:nvPr>
        </p:nvSpPr>
        <p:spPr>
          <a:xfrm>
            <a:off x="3281550" y="2464950"/>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7" name="Google Shape;1287;p37"/>
          <p:cNvSpPr txBox="1"/>
          <p:nvPr>
            <p:ph idx="3" type="subTitle"/>
          </p:nvPr>
        </p:nvSpPr>
        <p:spPr>
          <a:xfrm>
            <a:off x="6354375" y="2464950"/>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8" name="Google Shape;1288;p37"/>
          <p:cNvSpPr txBox="1"/>
          <p:nvPr>
            <p:ph idx="4" type="subTitle"/>
          </p:nvPr>
        </p:nvSpPr>
        <p:spPr>
          <a:xfrm>
            <a:off x="208725" y="3659899"/>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9" name="Google Shape;1289;p37"/>
          <p:cNvSpPr txBox="1"/>
          <p:nvPr>
            <p:ph idx="5" type="subTitle"/>
          </p:nvPr>
        </p:nvSpPr>
        <p:spPr>
          <a:xfrm>
            <a:off x="3281550" y="3659899"/>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0" name="Google Shape;1290;p37"/>
          <p:cNvSpPr txBox="1"/>
          <p:nvPr>
            <p:ph idx="6" type="subTitle"/>
          </p:nvPr>
        </p:nvSpPr>
        <p:spPr>
          <a:xfrm>
            <a:off x="6354375" y="3659899"/>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1" name="Google Shape;1291;p3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_1_1_1_1_1_1_1_1_1_2_1_1_1_1_1_1_1_1_1_1_1">
    <p:spTree>
      <p:nvGrpSpPr>
        <p:cNvPr id="1292" name="Shape 1292"/>
        <p:cNvGrpSpPr/>
        <p:nvPr/>
      </p:nvGrpSpPr>
      <p:grpSpPr>
        <a:xfrm>
          <a:off x="0" y="0"/>
          <a:ext cx="0" cy="0"/>
          <a:chOff x="0" y="0"/>
          <a:chExt cx="0" cy="0"/>
        </a:xfrm>
      </p:grpSpPr>
      <p:sp>
        <p:nvSpPr>
          <p:cNvPr id="1293" name="Google Shape;1293;p38"/>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294" name="Google Shape;1294;p38"/>
          <p:cNvGrpSpPr/>
          <p:nvPr/>
        </p:nvGrpSpPr>
        <p:grpSpPr>
          <a:xfrm>
            <a:off x="-6096" y="-3429"/>
            <a:ext cx="9156192" cy="5150358"/>
            <a:chOff x="0" y="0"/>
            <a:chExt cx="12192000" cy="6858000"/>
          </a:xfrm>
        </p:grpSpPr>
        <p:sp>
          <p:nvSpPr>
            <p:cNvPr id="1295" name="Google Shape;1295;p3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6" name="Google Shape;1296;p3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7" name="Google Shape;1297;p3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8" name="Google Shape;1298;p3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9" name="Google Shape;1299;p3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0" name="Google Shape;1300;p3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1" name="Google Shape;1301;p3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2" name="Google Shape;1302;p3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3" name="Google Shape;1303;p3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4" name="Google Shape;1304;p3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5" name="Google Shape;1305;p3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6" name="Google Shape;1306;p3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7" name="Google Shape;1307;p3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8" name="Google Shape;1308;p3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9" name="Google Shape;1309;p3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0" name="Google Shape;1310;p3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1" name="Google Shape;1311;p3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2" name="Google Shape;1312;p3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3" name="Google Shape;1313;p3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4" name="Google Shape;1314;p3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5" name="Google Shape;1315;p3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6" name="Google Shape;1316;p3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7" name="Google Shape;1317;p3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8" name="Google Shape;1318;p3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9" name="Google Shape;1319;p3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0" name="Google Shape;1320;p3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1" name="Google Shape;1321;p3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2" name="Google Shape;1322;p3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3" name="Google Shape;1323;p3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4" name="Google Shape;1324;p3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5" name="Google Shape;1325;p3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6" name="Google Shape;1326;p3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7" name="Google Shape;1327;p3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8" name="Google Shape;1328;p3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9" name="Google Shape;1329;p3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0" name="Google Shape;1330;p3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1" name="Google Shape;1331;p3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2" name="Google Shape;1332;p3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3" name="Google Shape;1333;p3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4" name="Google Shape;1334;p3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5" name="Google Shape;1335;p3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6" name="Google Shape;1336;p3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7" name="Google Shape;1337;p3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8" name="Google Shape;1338;p3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9" name="Google Shape;1339;p3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0" name="Google Shape;1340;p3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1" name="Google Shape;1341;p3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2" name="Google Shape;1342;p3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3" name="Google Shape;1343;p3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4" name="Google Shape;1344;p3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5" name="Google Shape;1345;p3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6" name="Google Shape;1346;p3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7" name="Google Shape;1347;p3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8" name="Google Shape;1348;p3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9" name="Google Shape;1349;p3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0" name="Google Shape;1350;p3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1" name="Google Shape;1351;p3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2" name="Google Shape;1352;p3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3" name="Google Shape;1353;p3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354" name="Google Shape;1354;p3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5" name="Google Shape;1355;p38"/>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56" name="Google Shape;1356;p38"/>
          <p:cNvSpPr txBox="1"/>
          <p:nvPr>
            <p:ph idx="1" type="body"/>
          </p:nvPr>
        </p:nvSpPr>
        <p:spPr>
          <a:xfrm>
            <a:off x="208725" y="2304400"/>
            <a:ext cx="33528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357" name="Google Shape;1357;p38"/>
          <p:cNvSpPr/>
          <p:nvPr>
            <p:ph idx="2" type="pic"/>
          </p:nvPr>
        </p:nvSpPr>
        <p:spPr>
          <a:xfrm>
            <a:off x="3769050" y="2304400"/>
            <a:ext cx="5156700" cy="2568600"/>
          </a:xfrm>
          <a:prstGeom prst="roundRect">
            <a:avLst>
              <a:gd fmla="val 4123" name="adj"/>
            </a:avLst>
          </a:prstGeom>
          <a:noFill/>
          <a:ln>
            <a:noFill/>
          </a:ln>
        </p:spPr>
      </p:sp>
      <p:sp>
        <p:nvSpPr>
          <p:cNvPr id="1358" name="Google Shape;1358;p3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_1_1_1_1_1_1_1_1_2_1_1_1_1_1_1_1_1_1_1_1_1">
    <p:spTree>
      <p:nvGrpSpPr>
        <p:cNvPr id="1359" name="Shape 1359"/>
        <p:cNvGrpSpPr/>
        <p:nvPr/>
      </p:nvGrpSpPr>
      <p:grpSpPr>
        <a:xfrm>
          <a:off x="0" y="0"/>
          <a:ext cx="0" cy="0"/>
          <a:chOff x="0" y="0"/>
          <a:chExt cx="0" cy="0"/>
        </a:xfrm>
      </p:grpSpPr>
      <p:sp>
        <p:nvSpPr>
          <p:cNvPr id="1360" name="Google Shape;1360;p39"/>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361" name="Google Shape;1361;p39"/>
          <p:cNvGrpSpPr/>
          <p:nvPr/>
        </p:nvGrpSpPr>
        <p:grpSpPr>
          <a:xfrm>
            <a:off x="-6096" y="-3429"/>
            <a:ext cx="9156192" cy="5150358"/>
            <a:chOff x="0" y="0"/>
            <a:chExt cx="12192000" cy="6858000"/>
          </a:xfrm>
        </p:grpSpPr>
        <p:sp>
          <p:nvSpPr>
            <p:cNvPr id="1362" name="Google Shape;1362;p3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3" name="Google Shape;1363;p3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4" name="Google Shape;1364;p3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5" name="Google Shape;1365;p3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6" name="Google Shape;1366;p3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7" name="Google Shape;1367;p3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8" name="Google Shape;1368;p3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9" name="Google Shape;1369;p3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0" name="Google Shape;1370;p3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1" name="Google Shape;1371;p3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2" name="Google Shape;1372;p3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3" name="Google Shape;1373;p3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4" name="Google Shape;1374;p3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5" name="Google Shape;1375;p3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6" name="Google Shape;1376;p3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7" name="Google Shape;1377;p3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8" name="Google Shape;1378;p3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9" name="Google Shape;1379;p3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0" name="Google Shape;1380;p3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1" name="Google Shape;1381;p3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2" name="Google Shape;1382;p3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3" name="Google Shape;1383;p3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4" name="Google Shape;1384;p3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5" name="Google Shape;1385;p3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6" name="Google Shape;1386;p3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7" name="Google Shape;1387;p3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8" name="Google Shape;1388;p3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9" name="Google Shape;1389;p3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0" name="Google Shape;1390;p3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1" name="Google Shape;1391;p3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2" name="Google Shape;1392;p3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3" name="Google Shape;1393;p3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4" name="Google Shape;1394;p3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5" name="Google Shape;1395;p3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6" name="Google Shape;1396;p3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7" name="Google Shape;1397;p3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8" name="Google Shape;1398;p3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9" name="Google Shape;1399;p3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0" name="Google Shape;1400;p3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1" name="Google Shape;1401;p3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2" name="Google Shape;1402;p3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3" name="Google Shape;1403;p3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4" name="Google Shape;1404;p3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5" name="Google Shape;1405;p3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6" name="Google Shape;1406;p3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7" name="Google Shape;1407;p3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8" name="Google Shape;1408;p3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9" name="Google Shape;1409;p3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0" name="Google Shape;1410;p3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1" name="Google Shape;1411;p3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2" name="Google Shape;1412;p3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3" name="Google Shape;1413;p3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4" name="Google Shape;1414;p3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5" name="Google Shape;1415;p3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6" name="Google Shape;1416;p3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7" name="Google Shape;1417;p3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8" name="Google Shape;1418;p3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9" name="Google Shape;1419;p3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0" name="Google Shape;1420;p3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421" name="Google Shape;1421;p3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2" name="Google Shape;1422;p39"/>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23" name="Google Shape;1423;p39"/>
          <p:cNvSpPr txBox="1"/>
          <p:nvPr>
            <p:ph idx="1" type="body"/>
          </p:nvPr>
        </p:nvSpPr>
        <p:spPr>
          <a:xfrm>
            <a:off x="1173600" y="2751950"/>
            <a:ext cx="30543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24" name="Google Shape;1424;p39"/>
          <p:cNvSpPr txBox="1"/>
          <p:nvPr>
            <p:ph idx="2" type="subTitle"/>
          </p:nvPr>
        </p:nvSpPr>
        <p:spPr>
          <a:xfrm>
            <a:off x="1173600" y="2160100"/>
            <a:ext cx="30543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5" name="Google Shape;1425;p39"/>
          <p:cNvSpPr txBox="1"/>
          <p:nvPr>
            <p:ph idx="3" type="body"/>
          </p:nvPr>
        </p:nvSpPr>
        <p:spPr>
          <a:xfrm>
            <a:off x="4916100" y="2751950"/>
            <a:ext cx="30543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26" name="Google Shape;1426;p39"/>
          <p:cNvSpPr txBox="1"/>
          <p:nvPr>
            <p:ph idx="4" type="subTitle"/>
          </p:nvPr>
        </p:nvSpPr>
        <p:spPr>
          <a:xfrm>
            <a:off x="4916100" y="2160100"/>
            <a:ext cx="30543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7" name="Google Shape;1427;p3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1_1_1_1_1_1_1_1_1_1_2_1_1_1_1_1_1_1_1_1_1_1_1_1">
    <p:spTree>
      <p:nvGrpSpPr>
        <p:cNvPr id="1428" name="Shape 1428"/>
        <p:cNvGrpSpPr/>
        <p:nvPr/>
      </p:nvGrpSpPr>
      <p:grpSpPr>
        <a:xfrm>
          <a:off x="0" y="0"/>
          <a:ext cx="0" cy="0"/>
          <a:chOff x="0" y="0"/>
          <a:chExt cx="0" cy="0"/>
        </a:xfrm>
      </p:grpSpPr>
      <p:sp>
        <p:nvSpPr>
          <p:cNvPr id="1429" name="Google Shape;1429;p4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430" name="Google Shape;1430;p40"/>
          <p:cNvGrpSpPr/>
          <p:nvPr/>
        </p:nvGrpSpPr>
        <p:grpSpPr>
          <a:xfrm>
            <a:off x="-6096" y="-3429"/>
            <a:ext cx="9156192" cy="5150358"/>
            <a:chOff x="0" y="0"/>
            <a:chExt cx="12192000" cy="6858000"/>
          </a:xfrm>
        </p:grpSpPr>
        <p:sp>
          <p:nvSpPr>
            <p:cNvPr id="1431" name="Google Shape;1431;p4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2" name="Google Shape;1432;p4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3" name="Google Shape;1433;p4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4" name="Google Shape;1434;p4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5" name="Google Shape;1435;p4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6" name="Google Shape;1436;p4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7" name="Google Shape;1437;p4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8" name="Google Shape;1438;p4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9" name="Google Shape;1439;p4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0" name="Google Shape;1440;p4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1" name="Google Shape;1441;p4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2" name="Google Shape;1442;p4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3" name="Google Shape;1443;p4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4" name="Google Shape;1444;p4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5" name="Google Shape;1445;p4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6" name="Google Shape;1446;p4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7" name="Google Shape;1447;p4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8" name="Google Shape;1448;p4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9" name="Google Shape;1449;p4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0" name="Google Shape;1450;p4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1" name="Google Shape;1451;p4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2" name="Google Shape;1452;p4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3" name="Google Shape;1453;p4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4" name="Google Shape;1454;p4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5" name="Google Shape;1455;p4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6" name="Google Shape;1456;p4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7" name="Google Shape;1457;p4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8" name="Google Shape;1458;p4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9" name="Google Shape;1459;p4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0" name="Google Shape;1460;p4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1" name="Google Shape;1461;p4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2" name="Google Shape;1462;p4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3" name="Google Shape;1463;p4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4" name="Google Shape;1464;p4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5" name="Google Shape;1465;p4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6" name="Google Shape;1466;p4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7" name="Google Shape;1467;p4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8" name="Google Shape;1468;p4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9" name="Google Shape;1469;p4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0" name="Google Shape;1470;p4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1" name="Google Shape;1471;p4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2" name="Google Shape;1472;p4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3" name="Google Shape;1473;p4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4" name="Google Shape;1474;p4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5" name="Google Shape;1475;p4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6" name="Google Shape;1476;p4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7" name="Google Shape;1477;p4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8" name="Google Shape;1478;p4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9" name="Google Shape;1479;p4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0" name="Google Shape;1480;p4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1" name="Google Shape;1481;p4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2" name="Google Shape;1482;p4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3" name="Google Shape;1483;p4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4" name="Google Shape;1484;p4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5" name="Google Shape;1485;p4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6" name="Google Shape;1486;p4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7" name="Google Shape;1487;p4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8" name="Google Shape;1488;p4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9" name="Google Shape;1489;p4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490" name="Google Shape;1490;p4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1" name="Google Shape;1491;p40"/>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92" name="Google Shape;1492;p40"/>
          <p:cNvSpPr txBox="1"/>
          <p:nvPr>
            <p:ph idx="1" type="body"/>
          </p:nvPr>
        </p:nvSpPr>
        <p:spPr>
          <a:xfrm>
            <a:off x="208725" y="2751950"/>
            <a:ext cx="25311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93" name="Google Shape;1493;p40"/>
          <p:cNvSpPr txBox="1"/>
          <p:nvPr>
            <p:ph idx="2" type="subTitle"/>
          </p:nvPr>
        </p:nvSpPr>
        <p:spPr>
          <a:xfrm>
            <a:off x="208725" y="2160100"/>
            <a:ext cx="25311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4" name="Google Shape;1494;p40"/>
          <p:cNvSpPr txBox="1"/>
          <p:nvPr>
            <p:ph idx="3" type="body"/>
          </p:nvPr>
        </p:nvSpPr>
        <p:spPr>
          <a:xfrm>
            <a:off x="3310098" y="2751950"/>
            <a:ext cx="25311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95" name="Google Shape;1495;p40"/>
          <p:cNvSpPr txBox="1"/>
          <p:nvPr>
            <p:ph idx="4" type="subTitle"/>
          </p:nvPr>
        </p:nvSpPr>
        <p:spPr>
          <a:xfrm>
            <a:off x="3310098" y="2160100"/>
            <a:ext cx="25311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6" name="Google Shape;1496;p40"/>
          <p:cNvSpPr txBox="1"/>
          <p:nvPr>
            <p:ph idx="5" type="body"/>
          </p:nvPr>
        </p:nvSpPr>
        <p:spPr>
          <a:xfrm>
            <a:off x="6411471" y="2751950"/>
            <a:ext cx="25311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97" name="Google Shape;1497;p40"/>
          <p:cNvSpPr txBox="1"/>
          <p:nvPr>
            <p:ph idx="6" type="subTitle"/>
          </p:nvPr>
        </p:nvSpPr>
        <p:spPr>
          <a:xfrm>
            <a:off x="6411471" y="2160100"/>
            <a:ext cx="25311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8" name="Google Shape;1498;p4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p:cSld name="CUSTOM_1_1_1_1_1_1_1_1_1_1_2_1_1_1_1_1_1_1_1_1_1_1_1_1_1">
    <p:spTree>
      <p:nvGrpSpPr>
        <p:cNvPr id="1499" name="Shape 1499"/>
        <p:cNvGrpSpPr/>
        <p:nvPr/>
      </p:nvGrpSpPr>
      <p:grpSpPr>
        <a:xfrm>
          <a:off x="0" y="0"/>
          <a:ext cx="0" cy="0"/>
          <a:chOff x="0" y="0"/>
          <a:chExt cx="0" cy="0"/>
        </a:xfrm>
      </p:grpSpPr>
      <p:sp>
        <p:nvSpPr>
          <p:cNvPr id="1500" name="Google Shape;1500;p4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501" name="Google Shape;1501;p41"/>
          <p:cNvGrpSpPr/>
          <p:nvPr/>
        </p:nvGrpSpPr>
        <p:grpSpPr>
          <a:xfrm>
            <a:off x="-6096" y="-3429"/>
            <a:ext cx="9156192" cy="5150358"/>
            <a:chOff x="0" y="0"/>
            <a:chExt cx="12192000" cy="6858000"/>
          </a:xfrm>
        </p:grpSpPr>
        <p:sp>
          <p:nvSpPr>
            <p:cNvPr id="1502" name="Google Shape;1502;p4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3" name="Google Shape;1503;p4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4" name="Google Shape;1504;p4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5" name="Google Shape;1505;p4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6" name="Google Shape;1506;p4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7" name="Google Shape;1507;p4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8" name="Google Shape;1508;p4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09" name="Google Shape;1509;p4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0" name="Google Shape;1510;p4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1" name="Google Shape;1511;p4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2" name="Google Shape;1512;p4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3" name="Google Shape;1513;p4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4" name="Google Shape;1514;p4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5" name="Google Shape;1515;p4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6" name="Google Shape;1516;p4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7" name="Google Shape;1517;p4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8" name="Google Shape;1518;p4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9" name="Google Shape;1519;p4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0" name="Google Shape;1520;p4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1" name="Google Shape;1521;p4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2" name="Google Shape;1522;p4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3" name="Google Shape;1523;p4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4" name="Google Shape;1524;p4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5" name="Google Shape;1525;p4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6" name="Google Shape;1526;p4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7" name="Google Shape;1527;p4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8" name="Google Shape;1528;p4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9" name="Google Shape;1529;p4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0" name="Google Shape;1530;p4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1" name="Google Shape;1531;p4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2" name="Google Shape;1532;p4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3" name="Google Shape;1533;p4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4" name="Google Shape;1534;p4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5" name="Google Shape;1535;p4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6" name="Google Shape;1536;p4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7" name="Google Shape;1537;p4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8" name="Google Shape;1538;p4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9" name="Google Shape;1539;p4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0" name="Google Shape;1540;p4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1" name="Google Shape;1541;p4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2" name="Google Shape;1542;p4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3" name="Google Shape;1543;p4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4" name="Google Shape;1544;p4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5" name="Google Shape;1545;p4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6" name="Google Shape;1546;p4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7" name="Google Shape;1547;p4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8" name="Google Shape;1548;p4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9" name="Google Shape;1549;p4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0" name="Google Shape;1550;p4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1" name="Google Shape;1551;p4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2" name="Google Shape;1552;p4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3" name="Google Shape;1553;p4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4" name="Google Shape;1554;p4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5" name="Google Shape;1555;p4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6" name="Google Shape;1556;p4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7" name="Google Shape;1557;p4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8" name="Google Shape;1558;p4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9" name="Google Shape;1559;p4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0" name="Google Shape;1560;p4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561" name="Google Shape;1561;p4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2" name="Google Shape;1562;p41"/>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63" name="Google Shape;1563;p41"/>
          <p:cNvSpPr txBox="1"/>
          <p:nvPr>
            <p:ph idx="1" type="body"/>
          </p:nvPr>
        </p:nvSpPr>
        <p:spPr>
          <a:xfrm>
            <a:off x="208725"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64" name="Google Shape;1564;p41"/>
          <p:cNvSpPr txBox="1"/>
          <p:nvPr>
            <p:ph idx="2" type="subTitle"/>
          </p:nvPr>
        </p:nvSpPr>
        <p:spPr>
          <a:xfrm>
            <a:off x="208725"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5" name="Google Shape;1565;p41"/>
          <p:cNvSpPr txBox="1"/>
          <p:nvPr>
            <p:ph idx="3" type="body"/>
          </p:nvPr>
        </p:nvSpPr>
        <p:spPr>
          <a:xfrm>
            <a:off x="2500573"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66" name="Google Shape;1566;p41"/>
          <p:cNvSpPr txBox="1"/>
          <p:nvPr>
            <p:ph idx="4" type="subTitle"/>
          </p:nvPr>
        </p:nvSpPr>
        <p:spPr>
          <a:xfrm>
            <a:off x="2500573"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7" name="Google Shape;1567;p41"/>
          <p:cNvSpPr txBox="1"/>
          <p:nvPr>
            <p:ph idx="5" type="body"/>
          </p:nvPr>
        </p:nvSpPr>
        <p:spPr>
          <a:xfrm>
            <a:off x="4792421"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68" name="Google Shape;1568;p41"/>
          <p:cNvSpPr txBox="1"/>
          <p:nvPr>
            <p:ph idx="6" type="subTitle"/>
          </p:nvPr>
        </p:nvSpPr>
        <p:spPr>
          <a:xfrm>
            <a:off x="4792421"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9" name="Google Shape;1569;p41"/>
          <p:cNvSpPr txBox="1"/>
          <p:nvPr>
            <p:ph idx="7" type="body"/>
          </p:nvPr>
        </p:nvSpPr>
        <p:spPr>
          <a:xfrm>
            <a:off x="7084271"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70" name="Google Shape;1570;p41"/>
          <p:cNvSpPr txBox="1"/>
          <p:nvPr>
            <p:ph idx="8" type="subTitle"/>
          </p:nvPr>
        </p:nvSpPr>
        <p:spPr>
          <a:xfrm>
            <a:off x="7084271"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1" name="Google Shape;1571;p4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1_1_1_1_1_1_1_1_1_1_2_1_1_1_1_1_1_1_1_1_1_1_1_1_1_1">
    <p:spTree>
      <p:nvGrpSpPr>
        <p:cNvPr id="1572" name="Shape 1572"/>
        <p:cNvGrpSpPr/>
        <p:nvPr/>
      </p:nvGrpSpPr>
      <p:grpSpPr>
        <a:xfrm>
          <a:off x="0" y="0"/>
          <a:ext cx="0" cy="0"/>
          <a:chOff x="0" y="0"/>
          <a:chExt cx="0" cy="0"/>
        </a:xfrm>
      </p:grpSpPr>
      <p:sp>
        <p:nvSpPr>
          <p:cNvPr id="1573" name="Google Shape;1573;p4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574" name="Google Shape;1574;p42"/>
          <p:cNvGrpSpPr/>
          <p:nvPr/>
        </p:nvGrpSpPr>
        <p:grpSpPr>
          <a:xfrm>
            <a:off x="-6096" y="-3429"/>
            <a:ext cx="9156192" cy="5150358"/>
            <a:chOff x="0" y="0"/>
            <a:chExt cx="12192000" cy="6858000"/>
          </a:xfrm>
        </p:grpSpPr>
        <p:sp>
          <p:nvSpPr>
            <p:cNvPr id="1575" name="Google Shape;1575;p4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6" name="Google Shape;1576;p4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7" name="Google Shape;1577;p4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8" name="Google Shape;1578;p4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9" name="Google Shape;1579;p4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0" name="Google Shape;1580;p4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1" name="Google Shape;1581;p4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2" name="Google Shape;1582;p4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3" name="Google Shape;1583;p4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4" name="Google Shape;1584;p4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5" name="Google Shape;1585;p4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6" name="Google Shape;1586;p4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7" name="Google Shape;1587;p4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8" name="Google Shape;1588;p4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9" name="Google Shape;1589;p4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0" name="Google Shape;1590;p4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1" name="Google Shape;1591;p4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2" name="Google Shape;1592;p4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3" name="Google Shape;1593;p4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4" name="Google Shape;1594;p4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5" name="Google Shape;1595;p4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6" name="Google Shape;1596;p4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7" name="Google Shape;1597;p4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8" name="Google Shape;1598;p4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9" name="Google Shape;1599;p4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0" name="Google Shape;1600;p4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1" name="Google Shape;1601;p4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2" name="Google Shape;1602;p4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3" name="Google Shape;1603;p4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4" name="Google Shape;1604;p4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5" name="Google Shape;1605;p4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6" name="Google Shape;1606;p4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7" name="Google Shape;1607;p4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8" name="Google Shape;1608;p4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9" name="Google Shape;1609;p4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0" name="Google Shape;1610;p4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1" name="Google Shape;1611;p4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2" name="Google Shape;1612;p4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3" name="Google Shape;1613;p4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4" name="Google Shape;1614;p4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5" name="Google Shape;1615;p4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6" name="Google Shape;1616;p4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7" name="Google Shape;1617;p4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8" name="Google Shape;1618;p4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9" name="Google Shape;1619;p4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0" name="Google Shape;1620;p4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1" name="Google Shape;1621;p4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2" name="Google Shape;1622;p4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3" name="Google Shape;1623;p4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4" name="Google Shape;1624;p4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5" name="Google Shape;1625;p4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6" name="Google Shape;1626;p4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7" name="Google Shape;1627;p4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8" name="Google Shape;1628;p4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9" name="Google Shape;1629;p4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0" name="Google Shape;1630;p4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1" name="Google Shape;1631;p4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2" name="Google Shape;1632;p4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3" name="Google Shape;1633;p4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634" name="Google Shape;1634;p4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5" name="Google Shape;1635;p42"/>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36" name="Google Shape;1636;p42"/>
          <p:cNvSpPr/>
          <p:nvPr>
            <p:ph idx="2" type="pic"/>
          </p:nvPr>
        </p:nvSpPr>
        <p:spPr>
          <a:xfrm>
            <a:off x="213450" y="2022825"/>
            <a:ext cx="8717100" cy="2837700"/>
          </a:xfrm>
          <a:prstGeom prst="roundRect">
            <a:avLst>
              <a:gd fmla="val 4123" name="adj"/>
            </a:avLst>
          </a:prstGeom>
          <a:noFill/>
          <a:ln>
            <a:noFill/>
          </a:ln>
        </p:spPr>
      </p:sp>
      <p:sp>
        <p:nvSpPr>
          <p:cNvPr id="1637" name="Google Shape;1637;p4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_1_1_1_1_1_1_1_1_1_2_1_1_1_1_1_1_1_1_1_1_1_1_1_1_1_1">
    <p:spTree>
      <p:nvGrpSpPr>
        <p:cNvPr id="1638" name="Shape 1638"/>
        <p:cNvGrpSpPr/>
        <p:nvPr/>
      </p:nvGrpSpPr>
      <p:grpSpPr>
        <a:xfrm>
          <a:off x="0" y="0"/>
          <a:ext cx="0" cy="0"/>
          <a:chOff x="0" y="0"/>
          <a:chExt cx="0" cy="0"/>
        </a:xfrm>
      </p:grpSpPr>
      <p:sp>
        <p:nvSpPr>
          <p:cNvPr id="1639" name="Google Shape;1639;p43"/>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640" name="Google Shape;1640;p43"/>
          <p:cNvGrpSpPr/>
          <p:nvPr/>
        </p:nvGrpSpPr>
        <p:grpSpPr>
          <a:xfrm>
            <a:off x="-6096" y="-3429"/>
            <a:ext cx="9156192" cy="5150358"/>
            <a:chOff x="0" y="0"/>
            <a:chExt cx="12192000" cy="6858000"/>
          </a:xfrm>
        </p:grpSpPr>
        <p:sp>
          <p:nvSpPr>
            <p:cNvPr id="1641" name="Google Shape;1641;p4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2" name="Google Shape;1642;p4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3" name="Google Shape;1643;p4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4" name="Google Shape;1644;p4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5" name="Google Shape;1645;p4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6" name="Google Shape;1646;p4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7" name="Google Shape;1647;p4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8" name="Google Shape;1648;p4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9" name="Google Shape;1649;p4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0" name="Google Shape;1650;p4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1" name="Google Shape;1651;p4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2" name="Google Shape;1652;p4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3" name="Google Shape;1653;p4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4" name="Google Shape;1654;p4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5" name="Google Shape;1655;p4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6" name="Google Shape;1656;p4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7" name="Google Shape;1657;p4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8" name="Google Shape;1658;p4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9" name="Google Shape;1659;p4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0" name="Google Shape;1660;p4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1" name="Google Shape;1661;p4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2" name="Google Shape;1662;p4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3" name="Google Shape;1663;p4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4" name="Google Shape;1664;p4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5" name="Google Shape;1665;p4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6" name="Google Shape;1666;p4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7" name="Google Shape;1667;p4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8" name="Google Shape;1668;p4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9" name="Google Shape;1669;p4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0" name="Google Shape;1670;p4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1" name="Google Shape;1671;p4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2" name="Google Shape;1672;p4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3" name="Google Shape;1673;p4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4" name="Google Shape;1674;p4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5" name="Google Shape;1675;p4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6" name="Google Shape;1676;p4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7" name="Google Shape;1677;p4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8" name="Google Shape;1678;p4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9" name="Google Shape;1679;p4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0" name="Google Shape;1680;p4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1" name="Google Shape;1681;p4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2" name="Google Shape;1682;p4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3" name="Google Shape;1683;p4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4" name="Google Shape;1684;p4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5" name="Google Shape;1685;p4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6" name="Google Shape;1686;p4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7" name="Google Shape;1687;p4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8" name="Google Shape;1688;p4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9" name="Google Shape;1689;p4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0" name="Google Shape;1690;p4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1" name="Google Shape;1691;p4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2" name="Google Shape;1692;p4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3" name="Google Shape;1693;p4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4" name="Google Shape;1694;p4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5" name="Google Shape;1695;p4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6" name="Google Shape;1696;p4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7" name="Google Shape;1697;p4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8" name="Google Shape;1698;p4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9" name="Google Shape;1699;p4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700" name="Google Shape;1700;p4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1" name="Google Shape;1701;p43"/>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02" name="Google Shape;1702;p43"/>
          <p:cNvSpPr txBox="1"/>
          <p:nvPr>
            <p:ph idx="1" type="body"/>
          </p:nvPr>
        </p:nvSpPr>
        <p:spPr>
          <a:xfrm>
            <a:off x="1173600" y="2391699"/>
            <a:ext cx="30543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03" name="Google Shape;1703;p43"/>
          <p:cNvSpPr txBox="1"/>
          <p:nvPr>
            <p:ph idx="2" type="subTitle"/>
          </p:nvPr>
        </p:nvSpPr>
        <p:spPr>
          <a:xfrm>
            <a:off x="1173600" y="2160100"/>
            <a:ext cx="30543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4" name="Google Shape;1704;p43"/>
          <p:cNvSpPr txBox="1"/>
          <p:nvPr>
            <p:ph idx="3" type="body"/>
          </p:nvPr>
        </p:nvSpPr>
        <p:spPr>
          <a:xfrm>
            <a:off x="4916100" y="2391699"/>
            <a:ext cx="30543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05" name="Google Shape;1705;p43"/>
          <p:cNvSpPr txBox="1"/>
          <p:nvPr>
            <p:ph idx="4" type="subTitle"/>
          </p:nvPr>
        </p:nvSpPr>
        <p:spPr>
          <a:xfrm>
            <a:off x="4916100" y="2160100"/>
            <a:ext cx="30543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6" name="Google Shape;1706;p43"/>
          <p:cNvSpPr/>
          <p:nvPr>
            <p:ph idx="5" type="pic"/>
          </p:nvPr>
        </p:nvSpPr>
        <p:spPr>
          <a:xfrm>
            <a:off x="1173600" y="3022475"/>
            <a:ext cx="3054300" cy="1864500"/>
          </a:xfrm>
          <a:prstGeom prst="roundRect">
            <a:avLst>
              <a:gd fmla="val 3854" name="adj"/>
            </a:avLst>
          </a:prstGeom>
          <a:noFill/>
          <a:ln>
            <a:noFill/>
          </a:ln>
        </p:spPr>
      </p:sp>
      <p:sp>
        <p:nvSpPr>
          <p:cNvPr id="1707" name="Google Shape;1707;p43"/>
          <p:cNvSpPr/>
          <p:nvPr>
            <p:ph idx="6" type="pic"/>
          </p:nvPr>
        </p:nvSpPr>
        <p:spPr>
          <a:xfrm>
            <a:off x="4916100" y="3022475"/>
            <a:ext cx="3054300" cy="1864500"/>
          </a:xfrm>
          <a:prstGeom prst="roundRect">
            <a:avLst>
              <a:gd fmla="val 3854" name="adj"/>
            </a:avLst>
          </a:prstGeom>
          <a:noFill/>
          <a:ln>
            <a:noFill/>
          </a:ln>
        </p:spPr>
      </p:sp>
      <p:sp>
        <p:nvSpPr>
          <p:cNvPr id="1708" name="Google Shape;1708;p4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_1_1_1_1_1_1_1_1_1_2_1_1_1_1_1_1_1_1_1_1_1_1_1_1_1_1_1">
    <p:spTree>
      <p:nvGrpSpPr>
        <p:cNvPr id="1709" name="Shape 1709"/>
        <p:cNvGrpSpPr/>
        <p:nvPr/>
      </p:nvGrpSpPr>
      <p:grpSpPr>
        <a:xfrm>
          <a:off x="0" y="0"/>
          <a:ext cx="0" cy="0"/>
          <a:chOff x="0" y="0"/>
          <a:chExt cx="0" cy="0"/>
        </a:xfrm>
      </p:grpSpPr>
      <p:sp>
        <p:nvSpPr>
          <p:cNvPr id="1710" name="Google Shape;1710;p44"/>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711" name="Google Shape;1711;p44"/>
          <p:cNvGrpSpPr/>
          <p:nvPr/>
        </p:nvGrpSpPr>
        <p:grpSpPr>
          <a:xfrm>
            <a:off x="-6096" y="-3429"/>
            <a:ext cx="9156192" cy="5150358"/>
            <a:chOff x="0" y="0"/>
            <a:chExt cx="12192000" cy="6858000"/>
          </a:xfrm>
        </p:grpSpPr>
        <p:sp>
          <p:nvSpPr>
            <p:cNvPr id="1712" name="Google Shape;1712;p4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3" name="Google Shape;1713;p4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4" name="Google Shape;1714;p4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5" name="Google Shape;1715;p4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6" name="Google Shape;1716;p4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7" name="Google Shape;1717;p4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8" name="Google Shape;1718;p4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9" name="Google Shape;1719;p4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0" name="Google Shape;1720;p4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1" name="Google Shape;1721;p4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2" name="Google Shape;1722;p4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3" name="Google Shape;1723;p4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4" name="Google Shape;1724;p4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5" name="Google Shape;1725;p4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6" name="Google Shape;1726;p4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7" name="Google Shape;1727;p4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8" name="Google Shape;1728;p4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9" name="Google Shape;1729;p4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0" name="Google Shape;1730;p4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1" name="Google Shape;1731;p4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2" name="Google Shape;1732;p4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3" name="Google Shape;1733;p4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4" name="Google Shape;1734;p4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5" name="Google Shape;1735;p4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6" name="Google Shape;1736;p4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7" name="Google Shape;1737;p4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8" name="Google Shape;1738;p4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9" name="Google Shape;1739;p4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0" name="Google Shape;1740;p4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1" name="Google Shape;1741;p4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2" name="Google Shape;1742;p4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3" name="Google Shape;1743;p4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4" name="Google Shape;1744;p4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5" name="Google Shape;1745;p4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6" name="Google Shape;1746;p4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7" name="Google Shape;1747;p4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8" name="Google Shape;1748;p4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9" name="Google Shape;1749;p4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0" name="Google Shape;1750;p4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1" name="Google Shape;1751;p4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2" name="Google Shape;1752;p4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3" name="Google Shape;1753;p4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4" name="Google Shape;1754;p4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5" name="Google Shape;1755;p4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6" name="Google Shape;1756;p4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7" name="Google Shape;1757;p4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8" name="Google Shape;1758;p4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9" name="Google Shape;1759;p4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0" name="Google Shape;1760;p4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1" name="Google Shape;1761;p4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2" name="Google Shape;1762;p4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3" name="Google Shape;1763;p4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4" name="Google Shape;1764;p4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5" name="Google Shape;1765;p4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6" name="Google Shape;1766;p4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7" name="Google Shape;1767;p4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8" name="Google Shape;1768;p4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9" name="Google Shape;1769;p4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0" name="Google Shape;1770;p4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771" name="Google Shape;1771;p4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2" name="Google Shape;1772;p44"/>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73" name="Google Shape;1773;p44"/>
          <p:cNvSpPr txBox="1"/>
          <p:nvPr>
            <p:ph idx="1" type="body"/>
          </p:nvPr>
        </p:nvSpPr>
        <p:spPr>
          <a:xfrm>
            <a:off x="423750" y="2391699"/>
            <a:ext cx="25869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74" name="Google Shape;1774;p44"/>
          <p:cNvSpPr txBox="1"/>
          <p:nvPr>
            <p:ph idx="2" type="subTitle"/>
          </p:nvPr>
        </p:nvSpPr>
        <p:spPr>
          <a:xfrm>
            <a:off x="423750" y="2160100"/>
            <a:ext cx="25869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5" name="Google Shape;1775;p44"/>
          <p:cNvSpPr txBox="1"/>
          <p:nvPr>
            <p:ph idx="3" type="body"/>
          </p:nvPr>
        </p:nvSpPr>
        <p:spPr>
          <a:xfrm>
            <a:off x="3276074" y="2391699"/>
            <a:ext cx="25869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76" name="Google Shape;1776;p44"/>
          <p:cNvSpPr txBox="1"/>
          <p:nvPr>
            <p:ph idx="4" type="subTitle"/>
          </p:nvPr>
        </p:nvSpPr>
        <p:spPr>
          <a:xfrm>
            <a:off x="3276071" y="2160100"/>
            <a:ext cx="25869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7" name="Google Shape;1777;p44"/>
          <p:cNvSpPr/>
          <p:nvPr>
            <p:ph idx="5" type="pic"/>
          </p:nvPr>
        </p:nvSpPr>
        <p:spPr>
          <a:xfrm>
            <a:off x="423750" y="3022475"/>
            <a:ext cx="2586900" cy="1864500"/>
          </a:xfrm>
          <a:prstGeom prst="roundRect">
            <a:avLst>
              <a:gd fmla="val 3854" name="adj"/>
            </a:avLst>
          </a:prstGeom>
          <a:noFill/>
          <a:ln>
            <a:noFill/>
          </a:ln>
        </p:spPr>
      </p:sp>
      <p:sp>
        <p:nvSpPr>
          <p:cNvPr id="1778" name="Google Shape;1778;p44"/>
          <p:cNvSpPr/>
          <p:nvPr>
            <p:ph idx="6" type="pic"/>
          </p:nvPr>
        </p:nvSpPr>
        <p:spPr>
          <a:xfrm>
            <a:off x="3276071" y="3022475"/>
            <a:ext cx="2586900" cy="1864500"/>
          </a:xfrm>
          <a:prstGeom prst="roundRect">
            <a:avLst>
              <a:gd fmla="val 3854" name="adj"/>
            </a:avLst>
          </a:prstGeom>
          <a:noFill/>
          <a:ln>
            <a:noFill/>
          </a:ln>
        </p:spPr>
      </p:sp>
      <p:sp>
        <p:nvSpPr>
          <p:cNvPr id="1779" name="Google Shape;1779;p44"/>
          <p:cNvSpPr txBox="1"/>
          <p:nvPr>
            <p:ph idx="7" type="body"/>
          </p:nvPr>
        </p:nvSpPr>
        <p:spPr>
          <a:xfrm>
            <a:off x="6128397" y="2391699"/>
            <a:ext cx="25869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80" name="Google Shape;1780;p44"/>
          <p:cNvSpPr txBox="1"/>
          <p:nvPr>
            <p:ph idx="8" type="subTitle"/>
          </p:nvPr>
        </p:nvSpPr>
        <p:spPr>
          <a:xfrm>
            <a:off x="6128391" y="2160100"/>
            <a:ext cx="25869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81" name="Google Shape;1781;p44"/>
          <p:cNvSpPr/>
          <p:nvPr>
            <p:ph idx="9" type="pic"/>
          </p:nvPr>
        </p:nvSpPr>
        <p:spPr>
          <a:xfrm>
            <a:off x="6128391" y="3022475"/>
            <a:ext cx="2586900" cy="1864500"/>
          </a:xfrm>
          <a:prstGeom prst="roundRect">
            <a:avLst>
              <a:gd fmla="val 3854" name="adj"/>
            </a:avLst>
          </a:prstGeom>
          <a:noFill/>
          <a:ln>
            <a:noFill/>
          </a:ln>
        </p:spPr>
      </p:sp>
      <p:sp>
        <p:nvSpPr>
          <p:cNvPr id="1782" name="Google Shape;1782;p4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1_1_1_1_1_1_1_1_1_1_2_1_1_1_1_1_1_1_1_1_1_1_1_1_1_1_1_1_1">
    <p:spTree>
      <p:nvGrpSpPr>
        <p:cNvPr id="1783" name="Shape 1783"/>
        <p:cNvGrpSpPr/>
        <p:nvPr/>
      </p:nvGrpSpPr>
      <p:grpSpPr>
        <a:xfrm>
          <a:off x="0" y="0"/>
          <a:ext cx="0" cy="0"/>
          <a:chOff x="0" y="0"/>
          <a:chExt cx="0" cy="0"/>
        </a:xfrm>
      </p:grpSpPr>
      <p:sp>
        <p:nvSpPr>
          <p:cNvPr id="1784" name="Google Shape;1784;p45"/>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785" name="Google Shape;1785;p45"/>
          <p:cNvGrpSpPr/>
          <p:nvPr/>
        </p:nvGrpSpPr>
        <p:grpSpPr>
          <a:xfrm>
            <a:off x="-6096" y="-3429"/>
            <a:ext cx="9156192" cy="5150358"/>
            <a:chOff x="0" y="0"/>
            <a:chExt cx="12192000" cy="6858000"/>
          </a:xfrm>
        </p:grpSpPr>
        <p:sp>
          <p:nvSpPr>
            <p:cNvPr id="1786" name="Google Shape;1786;p4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7" name="Google Shape;1787;p4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8" name="Google Shape;1788;p4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9" name="Google Shape;1789;p4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0" name="Google Shape;1790;p4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1" name="Google Shape;1791;p4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2" name="Google Shape;1792;p4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3" name="Google Shape;1793;p4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4" name="Google Shape;1794;p4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5" name="Google Shape;1795;p4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6" name="Google Shape;1796;p4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7" name="Google Shape;1797;p4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8" name="Google Shape;1798;p4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9" name="Google Shape;1799;p4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0" name="Google Shape;1800;p4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1" name="Google Shape;1801;p4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2" name="Google Shape;1802;p4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3" name="Google Shape;1803;p4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4" name="Google Shape;1804;p4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5" name="Google Shape;1805;p4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6" name="Google Shape;1806;p4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7" name="Google Shape;1807;p4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8" name="Google Shape;1808;p4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9" name="Google Shape;1809;p4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0" name="Google Shape;1810;p4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1" name="Google Shape;1811;p4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2" name="Google Shape;1812;p4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3" name="Google Shape;1813;p4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4" name="Google Shape;1814;p4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5" name="Google Shape;1815;p4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6" name="Google Shape;1816;p4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7" name="Google Shape;1817;p4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8" name="Google Shape;1818;p4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9" name="Google Shape;1819;p4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0" name="Google Shape;1820;p4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1" name="Google Shape;1821;p4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2" name="Google Shape;1822;p4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3" name="Google Shape;1823;p4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4" name="Google Shape;1824;p4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5" name="Google Shape;1825;p4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6" name="Google Shape;1826;p4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7" name="Google Shape;1827;p4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8" name="Google Shape;1828;p4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9" name="Google Shape;1829;p4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0" name="Google Shape;1830;p4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1" name="Google Shape;1831;p4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2" name="Google Shape;1832;p4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3" name="Google Shape;1833;p4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4" name="Google Shape;1834;p4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5" name="Google Shape;1835;p4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6" name="Google Shape;1836;p4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7" name="Google Shape;1837;p4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8" name="Google Shape;1838;p4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9" name="Google Shape;1839;p4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0" name="Google Shape;1840;p4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1" name="Google Shape;1841;p4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2" name="Google Shape;1842;p4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3" name="Google Shape;1843;p4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4" name="Google Shape;1844;p4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845" name="Google Shape;1845;p4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6" name="Google Shape;1846;p45"/>
          <p:cNvSpPr/>
          <p:nvPr>
            <p:ph idx="2" type="pic"/>
          </p:nvPr>
        </p:nvSpPr>
        <p:spPr>
          <a:xfrm>
            <a:off x="436350" y="262350"/>
            <a:ext cx="8271300" cy="4618800"/>
          </a:xfrm>
          <a:prstGeom prst="roundRect">
            <a:avLst>
              <a:gd fmla="val 3854" name="adj"/>
            </a:avLst>
          </a:prstGeom>
          <a:noFill/>
          <a:ln>
            <a:noFill/>
          </a:ln>
        </p:spPr>
      </p:sp>
      <p:sp>
        <p:nvSpPr>
          <p:cNvPr id="1847" name="Google Shape;1847;p4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1_1_1_1_1_1_1_1_1_1_2_1_1_1_1_1_1_1_1_1_1_1_1_1_1_1_1_1_1_1">
    <p:spTree>
      <p:nvGrpSpPr>
        <p:cNvPr id="1848" name="Shape 1848"/>
        <p:cNvGrpSpPr/>
        <p:nvPr/>
      </p:nvGrpSpPr>
      <p:grpSpPr>
        <a:xfrm>
          <a:off x="0" y="0"/>
          <a:ext cx="0" cy="0"/>
          <a:chOff x="0" y="0"/>
          <a:chExt cx="0" cy="0"/>
        </a:xfrm>
      </p:grpSpPr>
      <p:sp>
        <p:nvSpPr>
          <p:cNvPr id="1849" name="Google Shape;1849;p46"/>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850" name="Google Shape;1850;p46"/>
          <p:cNvGrpSpPr/>
          <p:nvPr/>
        </p:nvGrpSpPr>
        <p:grpSpPr>
          <a:xfrm>
            <a:off x="-6096" y="-3429"/>
            <a:ext cx="9156192" cy="5150358"/>
            <a:chOff x="0" y="0"/>
            <a:chExt cx="12192000" cy="6858000"/>
          </a:xfrm>
        </p:grpSpPr>
        <p:sp>
          <p:nvSpPr>
            <p:cNvPr id="1851" name="Google Shape;1851;p46"/>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2" name="Google Shape;1852;p46"/>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3" name="Google Shape;1853;p46"/>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4" name="Google Shape;1854;p46"/>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5" name="Google Shape;1855;p46"/>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6" name="Google Shape;1856;p46"/>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7" name="Google Shape;1857;p46"/>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8" name="Google Shape;1858;p46"/>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9" name="Google Shape;1859;p46"/>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0" name="Google Shape;1860;p46"/>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1" name="Google Shape;1861;p46"/>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2" name="Google Shape;1862;p46"/>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3" name="Google Shape;1863;p46"/>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4" name="Google Shape;1864;p46"/>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5" name="Google Shape;1865;p46"/>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6" name="Google Shape;1866;p46"/>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7" name="Google Shape;1867;p46"/>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8" name="Google Shape;1868;p46"/>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9" name="Google Shape;1869;p46"/>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0" name="Google Shape;1870;p46"/>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1" name="Google Shape;1871;p46"/>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2" name="Google Shape;1872;p46"/>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3" name="Google Shape;1873;p46"/>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4" name="Google Shape;1874;p46"/>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5" name="Google Shape;1875;p46"/>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6" name="Google Shape;1876;p46"/>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7" name="Google Shape;1877;p46"/>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8" name="Google Shape;1878;p46"/>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9" name="Google Shape;1879;p46"/>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0" name="Google Shape;1880;p46"/>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1" name="Google Shape;1881;p46"/>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2" name="Google Shape;1882;p46"/>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3" name="Google Shape;1883;p46"/>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4" name="Google Shape;1884;p46"/>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5" name="Google Shape;1885;p46"/>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6" name="Google Shape;1886;p46"/>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7" name="Google Shape;1887;p46"/>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8" name="Google Shape;1888;p46"/>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9" name="Google Shape;1889;p46"/>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0" name="Google Shape;1890;p46"/>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1" name="Google Shape;1891;p46"/>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2" name="Google Shape;1892;p46"/>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3" name="Google Shape;1893;p46"/>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4" name="Google Shape;1894;p46"/>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5" name="Google Shape;1895;p46"/>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6" name="Google Shape;1896;p46"/>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7" name="Google Shape;1897;p46"/>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8" name="Google Shape;1898;p46"/>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9" name="Google Shape;1899;p46"/>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00" name="Google Shape;1900;p46"/>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01" name="Google Shape;1901;p46"/>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02" name="Google Shape;1902;p46"/>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03" name="Google Shape;1903;p46"/>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04" name="Google Shape;1904;p46"/>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05" name="Google Shape;1905;p46"/>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06" name="Google Shape;1906;p46"/>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07" name="Google Shape;1907;p46"/>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08" name="Google Shape;1908;p46"/>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09" name="Google Shape;1909;p46"/>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910" name="Google Shape;1910;p4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1" name="Google Shape;1911;p46"/>
          <p:cNvSpPr txBox="1"/>
          <p:nvPr>
            <p:ph type="title"/>
          </p:nvPr>
        </p:nvSpPr>
        <p:spPr>
          <a:xfrm>
            <a:off x="208725" y="344175"/>
            <a:ext cx="8729700" cy="8847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12" name="Google Shape;1912;p46"/>
          <p:cNvSpPr/>
          <p:nvPr>
            <p:ph idx="2" type="pic"/>
          </p:nvPr>
        </p:nvSpPr>
        <p:spPr>
          <a:xfrm>
            <a:off x="208725" y="1344450"/>
            <a:ext cx="2838600" cy="1151100"/>
          </a:xfrm>
          <a:prstGeom prst="roundRect">
            <a:avLst>
              <a:gd fmla="val 3854" name="adj"/>
            </a:avLst>
          </a:prstGeom>
          <a:noFill/>
          <a:ln>
            <a:noFill/>
          </a:ln>
        </p:spPr>
      </p:sp>
      <p:sp>
        <p:nvSpPr>
          <p:cNvPr id="1913" name="Google Shape;1913;p46"/>
          <p:cNvSpPr/>
          <p:nvPr>
            <p:ph idx="3" type="pic"/>
          </p:nvPr>
        </p:nvSpPr>
        <p:spPr>
          <a:xfrm>
            <a:off x="3154251" y="1344450"/>
            <a:ext cx="2838600" cy="1151100"/>
          </a:xfrm>
          <a:prstGeom prst="roundRect">
            <a:avLst>
              <a:gd fmla="val 3854" name="adj"/>
            </a:avLst>
          </a:prstGeom>
          <a:noFill/>
          <a:ln>
            <a:noFill/>
          </a:ln>
        </p:spPr>
      </p:sp>
      <p:sp>
        <p:nvSpPr>
          <p:cNvPr id="1914" name="Google Shape;1914;p46"/>
          <p:cNvSpPr/>
          <p:nvPr>
            <p:ph idx="4" type="pic"/>
          </p:nvPr>
        </p:nvSpPr>
        <p:spPr>
          <a:xfrm>
            <a:off x="6099777" y="1344450"/>
            <a:ext cx="2838600" cy="1151100"/>
          </a:xfrm>
          <a:prstGeom prst="roundRect">
            <a:avLst>
              <a:gd fmla="val 3854" name="adj"/>
            </a:avLst>
          </a:prstGeom>
          <a:noFill/>
          <a:ln>
            <a:noFill/>
          </a:ln>
        </p:spPr>
      </p:sp>
      <p:sp>
        <p:nvSpPr>
          <p:cNvPr id="1915" name="Google Shape;1915;p46"/>
          <p:cNvSpPr/>
          <p:nvPr>
            <p:ph idx="5" type="pic"/>
          </p:nvPr>
        </p:nvSpPr>
        <p:spPr>
          <a:xfrm>
            <a:off x="208725" y="2611125"/>
            <a:ext cx="2838600" cy="1151100"/>
          </a:xfrm>
          <a:prstGeom prst="roundRect">
            <a:avLst>
              <a:gd fmla="val 3854" name="adj"/>
            </a:avLst>
          </a:prstGeom>
          <a:noFill/>
          <a:ln>
            <a:noFill/>
          </a:ln>
        </p:spPr>
      </p:sp>
      <p:sp>
        <p:nvSpPr>
          <p:cNvPr id="1916" name="Google Shape;1916;p46"/>
          <p:cNvSpPr/>
          <p:nvPr>
            <p:ph idx="6" type="pic"/>
          </p:nvPr>
        </p:nvSpPr>
        <p:spPr>
          <a:xfrm>
            <a:off x="3154251" y="2611125"/>
            <a:ext cx="2838600" cy="1151100"/>
          </a:xfrm>
          <a:prstGeom prst="roundRect">
            <a:avLst>
              <a:gd fmla="val 3854" name="adj"/>
            </a:avLst>
          </a:prstGeom>
          <a:noFill/>
          <a:ln>
            <a:noFill/>
          </a:ln>
        </p:spPr>
      </p:sp>
      <p:sp>
        <p:nvSpPr>
          <p:cNvPr id="1917" name="Google Shape;1917;p46"/>
          <p:cNvSpPr/>
          <p:nvPr>
            <p:ph idx="7" type="pic"/>
          </p:nvPr>
        </p:nvSpPr>
        <p:spPr>
          <a:xfrm>
            <a:off x="6099777" y="2611125"/>
            <a:ext cx="2838600" cy="1151100"/>
          </a:xfrm>
          <a:prstGeom prst="roundRect">
            <a:avLst>
              <a:gd fmla="val 3854" name="adj"/>
            </a:avLst>
          </a:prstGeom>
          <a:noFill/>
          <a:ln>
            <a:noFill/>
          </a:ln>
        </p:spPr>
      </p:sp>
      <p:sp>
        <p:nvSpPr>
          <p:cNvPr id="1918" name="Google Shape;1918;p46"/>
          <p:cNvSpPr/>
          <p:nvPr>
            <p:ph idx="8" type="pic"/>
          </p:nvPr>
        </p:nvSpPr>
        <p:spPr>
          <a:xfrm>
            <a:off x="208725" y="3877800"/>
            <a:ext cx="2838600" cy="1151100"/>
          </a:xfrm>
          <a:prstGeom prst="roundRect">
            <a:avLst>
              <a:gd fmla="val 3854" name="adj"/>
            </a:avLst>
          </a:prstGeom>
          <a:noFill/>
          <a:ln>
            <a:noFill/>
          </a:ln>
        </p:spPr>
      </p:sp>
      <p:sp>
        <p:nvSpPr>
          <p:cNvPr id="1919" name="Google Shape;1919;p46"/>
          <p:cNvSpPr/>
          <p:nvPr>
            <p:ph idx="9" type="pic"/>
          </p:nvPr>
        </p:nvSpPr>
        <p:spPr>
          <a:xfrm>
            <a:off x="3154251" y="3877800"/>
            <a:ext cx="2838600" cy="1151100"/>
          </a:xfrm>
          <a:prstGeom prst="roundRect">
            <a:avLst>
              <a:gd fmla="val 3854" name="adj"/>
            </a:avLst>
          </a:prstGeom>
          <a:noFill/>
          <a:ln>
            <a:noFill/>
          </a:ln>
        </p:spPr>
      </p:sp>
      <p:sp>
        <p:nvSpPr>
          <p:cNvPr id="1920" name="Google Shape;1920;p46"/>
          <p:cNvSpPr/>
          <p:nvPr>
            <p:ph idx="13" type="pic"/>
          </p:nvPr>
        </p:nvSpPr>
        <p:spPr>
          <a:xfrm>
            <a:off x="6099777" y="3877800"/>
            <a:ext cx="2838600" cy="1151100"/>
          </a:xfrm>
          <a:prstGeom prst="roundRect">
            <a:avLst>
              <a:gd fmla="val 3854" name="adj"/>
            </a:avLst>
          </a:prstGeom>
          <a:noFill/>
          <a:ln>
            <a:noFill/>
          </a:ln>
        </p:spPr>
      </p:sp>
      <p:sp>
        <p:nvSpPr>
          <p:cNvPr id="1921" name="Google Shape;1921;p4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926" name="Shape 1926"/>
        <p:cNvGrpSpPr/>
        <p:nvPr/>
      </p:nvGrpSpPr>
      <p:grpSpPr>
        <a:xfrm>
          <a:off x="0" y="0"/>
          <a:ext cx="0" cy="0"/>
          <a:chOff x="0" y="0"/>
          <a:chExt cx="0" cy="0"/>
        </a:xfrm>
      </p:grpSpPr>
      <p:grpSp>
        <p:nvGrpSpPr>
          <p:cNvPr id="1927" name="Google Shape;1927;p48"/>
          <p:cNvGrpSpPr/>
          <p:nvPr/>
        </p:nvGrpSpPr>
        <p:grpSpPr>
          <a:xfrm rot="299808">
            <a:off x="124383" y="-559521"/>
            <a:ext cx="8900029" cy="6258229"/>
            <a:chOff x="124223" y="-559280"/>
            <a:chExt cx="8900025" cy="6258226"/>
          </a:xfrm>
        </p:grpSpPr>
        <p:grpSp>
          <p:nvGrpSpPr>
            <p:cNvPr id="1928" name="Google Shape;1928;p48"/>
            <p:cNvGrpSpPr/>
            <p:nvPr/>
          </p:nvGrpSpPr>
          <p:grpSpPr>
            <a:xfrm>
              <a:off x="124223" y="-78561"/>
              <a:ext cx="8900025" cy="5296800"/>
              <a:chOff x="124223" y="-78561"/>
              <a:chExt cx="8900025" cy="5296800"/>
            </a:xfrm>
          </p:grpSpPr>
          <p:sp>
            <p:nvSpPr>
              <p:cNvPr id="1929" name="Google Shape;1929;p48"/>
              <p:cNvSpPr/>
              <p:nvPr/>
            </p:nvSpPr>
            <p:spPr>
              <a:xfrm rot="-1623">
                <a:off x="7117071" y="2014308"/>
                <a:ext cx="1906200" cy="187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1930" name="Google Shape;1930;p48"/>
              <p:cNvSpPr/>
              <p:nvPr/>
            </p:nvSpPr>
            <p:spPr>
              <a:xfrm flipH="1" rot="-1487">
                <a:off x="124823" y="-77211"/>
                <a:ext cx="6242101" cy="5294100"/>
              </a:xfrm>
              <a:prstGeom prst="snip1Rect">
                <a:avLst>
                  <a:gd fmla="val 42486"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SemiBold"/>
                  <a:ea typeface="Inter Tight SemiBold"/>
                  <a:cs typeface="Inter Tight SemiBold"/>
                  <a:sym typeface="Inter Tight SemiBold"/>
                </a:endParaRPr>
              </a:p>
            </p:txBody>
          </p:sp>
          <p:sp>
            <p:nvSpPr>
              <p:cNvPr id="1931" name="Google Shape;1931;p48"/>
              <p:cNvSpPr/>
              <p:nvPr/>
            </p:nvSpPr>
            <p:spPr>
              <a:xfrm flipH="1" rot="10798513">
                <a:off x="2781248" y="-76291"/>
                <a:ext cx="6242401" cy="5289900"/>
              </a:xfrm>
              <a:prstGeom prst="snip1Rect">
                <a:avLst>
                  <a:gd fmla="val 42496"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SemiBold"/>
                  <a:ea typeface="Inter Tight SemiBold"/>
                  <a:cs typeface="Inter Tight SemiBold"/>
                  <a:sym typeface="Inter Tight SemiBold"/>
                </a:endParaRPr>
              </a:p>
            </p:txBody>
          </p:sp>
          <p:sp>
            <p:nvSpPr>
              <p:cNvPr id="1932" name="Google Shape;1932;p48"/>
              <p:cNvSpPr/>
              <p:nvPr/>
            </p:nvSpPr>
            <p:spPr>
              <a:xfrm rot="-1623">
                <a:off x="125118" y="1250275"/>
                <a:ext cx="1906200" cy="1875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grpSp>
        <p:sp>
          <p:nvSpPr>
            <p:cNvPr id="1933" name="Google Shape;1933;p48"/>
            <p:cNvSpPr/>
            <p:nvPr/>
          </p:nvSpPr>
          <p:spPr>
            <a:xfrm rot="-4516116">
              <a:off x="314265" y="-331820"/>
              <a:ext cx="1871106" cy="183798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SemiBold"/>
                <a:ea typeface="Inter Tight SemiBold"/>
                <a:cs typeface="Inter Tight SemiBold"/>
                <a:sym typeface="Inter Tight SemiBold"/>
              </a:endParaRPr>
            </a:p>
          </p:txBody>
        </p:sp>
        <p:sp>
          <p:nvSpPr>
            <p:cNvPr id="1934" name="Google Shape;1934;p48"/>
            <p:cNvSpPr/>
            <p:nvPr/>
          </p:nvSpPr>
          <p:spPr>
            <a:xfrm rot="6283884">
              <a:off x="6963097" y="3633506"/>
              <a:ext cx="1871106" cy="183798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SemiBold"/>
                <a:ea typeface="Inter Tight SemiBold"/>
                <a:cs typeface="Inter Tight SemiBold"/>
                <a:sym typeface="Inter Tight SemiBold"/>
              </a:endParaRPr>
            </a:p>
          </p:txBody>
        </p:sp>
      </p:grpSp>
      <p:sp>
        <p:nvSpPr>
          <p:cNvPr id="1935" name="Google Shape;1935;p48"/>
          <p:cNvSpPr txBox="1"/>
          <p:nvPr>
            <p:ph type="ctrTitle"/>
          </p:nvPr>
        </p:nvSpPr>
        <p:spPr>
          <a:xfrm>
            <a:off x="1826325" y="1559575"/>
            <a:ext cx="5494800" cy="1569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SzPts val="5000"/>
              <a:buNone/>
              <a:defRPr sz="5000"/>
            </a:lvl1pPr>
            <a:lvl2pPr lvl="1">
              <a:lnSpc>
                <a:spcPct val="90000"/>
              </a:lnSpc>
              <a:spcBef>
                <a:spcPts val="0"/>
              </a:spcBef>
              <a:spcAft>
                <a:spcPts val="0"/>
              </a:spcAft>
              <a:buSzPts val="5000"/>
              <a:buNone/>
              <a:defRPr sz="5000"/>
            </a:lvl2pPr>
            <a:lvl3pPr lvl="2">
              <a:lnSpc>
                <a:spcPct val="90000"/>
              </a:lnSpc>
              <a:spcBef>
                <a:spcPts val="0"/>
              </a:spcBef>
              <a:spcAft>
                <a:spcPts val="0"/>
              </a:spcAft>
              <a:buSzPts val="5000"/>
              <a:buNone/>
              <a:defRPr sz="5000"/>
            </a:lvl3pPr>
            <a:lvl4pPr lvl="3">
              <a:lnSpc>
                <a:spcPct val="90000"/>
              </a:lnSpc>
              <a:spcBef>
                <a:spcPts val="0"/>
              </a:spcBef>
              <a:spcAft>
                <a:spcPts val="0"/>
              </a:spcAft>
              <a:buSzPts val="5000"/>
              <a:buNone/>
              <a:defRPr sz="5000"/>
            </a:lvl4pPr>
            <a:lvl5pPr lvl="4">
              <a:lnSpc>
                <a:spcPct val="90000"/>
              </a:lnSpc>
              <a:spcBef>
                <a:spcPts val="0"/>
              </a:spcBef>
              <a:spcAft>
                <a:spcPts val="0"/>
              </a:spcAft>
              <a:buSzPts val="5000"/>
              <a:buNone/>
              <a:defRPr sz="5000"/>
            </a:lvl5pPr>
            <a:lvl6pPr lvl="5">
              <a:lnSpc>
                <a:spcPct val="90000"/>
              </a:lnSpc>
              <a:spcBef>
                <a:spcPts val="0"/>
              </a:spcBef>
              <a:spcAft>
                <a:spcPts val="0"/>
              </a:spcAft>
              <a:buSzPts val="5000"/>
              <a:buNone/>
              <a:defRPr sz="5000"/>
            </a:lvl6pPr>
            <a:lvl7pPr lvl="6">
              <a:lnSpc>
                <a:spcPct val="90000"/>
              </a:lnSpc>
              <a:spcBef>
                <a:spcPts val="0"/>
              </a:spcBef>
              <a:spcAft>
                <a:spcPts val="0"/>
              </a:spcAft>
              <a:buSzPts val="5000"/>
              <a:buNone/>
              <a:defRPr sz="5000"/>
            </a:lvl7pPr>
            <a:lvl8pPr lvl="7">
              <a:lnSpc>
                <a:spcPct val="90000"/>
              </a:lnSpc>
              <a:spcBef>
                <a:spcPts val="0"/>
              </a:spcBef>
              <a:spcAft>
                <a:spcPts val="0"/>
              </a:spcAft>
              <a:buSzPts val="5000"/>
              <a:buNone/>
              <a:defRPr sz="5000"/>
            </a:lvl8pPr>
            <a:lvl9pPr lvl="8">
              <a:lnSpc>
                <a:spcPct val="90000"/>
              </a:lnSpc>
              <a:spcBef>
                <a:spcPts val="0"/>
              </a:spcBef>
              <a:spcAft>
                <a:spcPts val="0"/>
              </a:spcAft>
              <a:buSzPts val="5000"/>
              <a:buNone/>
              <a:defRPr sz="5000"/>
            </a:lvl9pPr>
          </a:lstStyle>
          <a:p/>
        </p:txBody>
      </p:sp>
      <p:sp>
        <p:nvSpPr>
          <p:cNvPr id="1936" name="Google Shape;1936;p48"/>
          <p:cNvSpPr txBox="1"/>
          <p:nvPr>
            <p:ph idx="1" type="subTitle"/>
          </p:nvPr>
        </p:nvSpPr>
        <p:spPr>
          <a:xfrm>
            <a:off x="1826325" y="3252475"/>
            <a:ext cx="5494800" cy="792600"/>
          </a:xfrm>
          <a:prstGeom prst="rect">
            <a:avLst/>
          </a:prstGeom>
        </p:spPr>
        <p:txBody>
          <a:bodyPr anchorCtr="0" anchor="t" bIns="91425" lIns="91425" spcFirstLastPara="1" rIns="91425" wrap="square" tIns="91425">
            <a:spAutoFit/>
          </a:bodyPr>
          <a:lstStyle>
            <a:lvl1pPr lvl="0">
              <a:spcBef>
                <a:spcPts val="0"/>
              </a:spcBef>
              <a:spcAft>
                <a:spcPts val="0"/>
              </a:spcAft>
              <a:buSzPts val="2500"/>
              <a:buFont typeface="Inter Tight Medium"/>
              <a:buNone/>
              <a:defRPr sz="2500">
                <a:latin typeface="Inter Tight Medium"/>
                <a:ea typeface="Inter Tight Medium"/>
                <a:cs typeface="Inter Tight Medium"/>
                <a:sym typeface="Inter Tight Medium"/>
              </a:defRPr>
            </a:lvl1pPr>
            <a:lvl2pPr lvl="1">
              <a:spcBef>
                <a:spcPts val="0"/>
              </a:spcBef>
              <a:spcAft>
                <a:spcPts val="0"/>
              </a:spcAft>
              <a:buSzPts val="2500"/>
              <a:buFont typeface="Inter Tight Medium"/>
              <a:buNone/>
              <a:defRPr sz="2500">
                <a:latin typeface="Inter Tight Medium"/>
                <a:ea typeface="Inter Tight Medium"/>
                <a:cs typeface="Inter Tight Medium"/>
                <a:sym typeface="Inter Tight Medium"/>
              </a:defRPr>
            </a:lvl2pPr>
            <a:lvl3pPr lvl="2">
              <a:spcBef>
                <a:spcPts val="0"/>
              </a:spcBef>
              <a:spcAft>
                <a:spcPts val="0"/>
              </a:spcAft>
              <a:buSzPts val="2500"/>
              <a:buFont typeface="Inter Tight Medium"/>
              <a:buNone/>
              <a:defRPr sz="2500">
                <a:latin typeface="Inter Tight Medium"/>
                <a:ea typeface="Inter Tight Medium"/>
                <a:cs typeface="Inter Tight Medium"/>
                <a:sym typeface="Inter Tight Medium"/>
              </a:defRPr>
            </a:lvl3pPr>
            <a:lvl4pPr lvl="3">
              <a:spcBef>
                <a:spcPts val="0"/>
              </a:spcBef>
              <a:spcAft>
                <a:spcPts val="0"/>
              </a:spcAft>
              <a:buSzPts val="2500"/>
              <a:buFont typeface="Inter Tight Medium"/>
              <a:buNone/>
              <a:defRPr sz="2500">
                <a:latin typeface="Inter Tight Medium"/>
                <a:ea typeface="Inter Tight Medium"/>
                <a:cs typeface="Inter Tight Medium"/>
                <a:sym typeface="Inter Tight Medium"/>
              </a:defRPr>
            </a:lvl4pPr>
            <a:lvl5pPr lvl="4">
              <a:spcBef>
                <a:spcPts val="0"/>
              </a:spcBef>
              <a:spcAft>
                <a:spcPts val="0"/>
              </a:spcAft>
              <a:buSzPts val="2500"/>
              <a:buFont typeface="Inter Tight Medium"/>
              <a:buNone/>
              <a:defRPr sz="2500">
                <a:latin typeface="Inter Tight Medium"/>
                <a:ea typeface="Inter Tight Medium"/>
                <a:cs typeface="Inter Tight Medium"/>
                <a:sym typeface="Inter Tight Medium"/>
              </a:defRPr>
            </a:lvl5pPr>
            <a:lvl6pPr lvl="5">
              <a:spcBef>
                <a:spcPts val="0"/>
              </a:spcBef>
              <a:spcAft>
                <a:spcPts val="0"/>
              </a:spcAft>
              <a:buSzPts val="2500"/>
              <a:buFont typeface="Inter Tight Medium"/>
              <a:buNone/>
              <a:defRPr sz="2500">
                <a:latin typeface="Inter Tight Medium"/>
                <a:ea typeface="Inter Tight Medium"/>
                <a:cs typeface="Inter Tight Medium"/>
                <a:sym typeface="Inter Tight Medium"/>
              </a:defRPr>
            </a:lvl6pPr>
            <a:lvl7pPr lvl="6">
              <a:spcBef>
                <a:spcPts val="0"/>
              </a:spcBef>
              <a:spcAft>
                <a:spcPts val="0"/>
              </a:spcAft>
              <a:buSzPts val="2500"/>
              <a:buFont typeface="Inter Tight Medium"/>
              <a:buNone/>
              <a:defRPr sz="2500">
                <a:latin typeface="Inter Tight Medium"/>
                <a:ea typeface="Inter Tight Medium"/>
                <a:cs typeface="Inter Tight Medium"/>
                <a:sym typeface="Inter Tight Medium"/>
              </a:defRPr>
            </a:lvl7pPr>
            <a:lvl8pPr lvl="7">
              <a:spcBef>
                <a:spcPts val="0"/>
              </a:spcBef>
              <a:spcAft>
                <a:spcPts val="0"/>
              </a:spcAft>
              <a:buSzPts val="2500"/>
              <a:buFont typeface="Inter Tight Medium"/>
              <a:buNone/>
              <a:defRPr sz="2500">
                <a:latin typeface="Inter Tight Medium"/>
                <a:ea typeface="Inter Tight Medium"/>
                <a:cs typeface="Inter Tight Medium"/>
                <a:sym typeface="Inter Tight Medium"/>
              </a:defRPr>
            </a:lvl8pPr>
            <a:lvl9pPr lvl="8">
              <a:spcBef>
                <a:spcPts val="0"/>
              </a:spcBef>
              <a:spcAft>
                <a:spcPts val="0"/>
              </a:spcAft>
              <a:buSzPts val="2500"/>
              <a:buFont typeface="Inter Tight Medium"/>
              <a:buNone/>
              <a:defRPr sz="2500">
                <a:latin typeface="Inter Tight Medium"/>
                <a:ea typeface="Inter Tight Medium"/>
                <a:cs typeface="Inter Tight Medium"/>
                <a:sym typeface="Inter Tight Medium"/>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937" name="Shape 1937"/>
        <p:cNvGrpSpPr/>
        <p:nvPr/>
      </p:nvGrpSpPr>
      <p:grpSpPr>
        <a:xfrm>
          <a:off x="0" y="0"/>
          <a:ext cx="0" cy="0"/>
          <a:chOff x="0" y="0"/>
          <a:chExt cx="0" cy="0"/>
        </a:xfrm>
      </p:grpSpPr>
      <p:sp>
        <p:nvSpPr>
          <p:cNvPr id="1938" name="Google Shape;1938;p49"/>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39" name="Google Shape;1939;p49"/>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1940" name="Shape 1940"/>
        <p:cNvGrpSpPr/>
        <p:nvPr/>
      </p:nvGrpSpPr>
      <p:grpSpPr>
        <a:xfrm>
          <a:off x="0" y="0"/>
          <a:ext cx="0" cy="0"/>
          <a:chOff x="0" y="0"/>
          <a:chExt cx="0" cy="0"/>
        </a:xfrm>
      </p:grpSpPr>
      <p:sp>
        <p:nvSpPr>
          <p:cNvPr id="1941" name="Google Shape;1941;p5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42" name="Google Shape;1942;p50"/>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43" name="Google Shape;1943;p50"/>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1944" name="Shape 1944"/>
        <p:cNvGrpSpPr/>
        <p:nvPr/>
      </p:nvGrpSpPr>
      <p:grpSpPr>
        <a:xfrm>
          <a:off x="0" y="0"/>
          <a:ext cx="0" cy="0"/>
          <a:chOff x="0" y="0"/>
          <a:chExt cx="0" cy="0"/>
        </a:xfrm>
      </p:grpSpPr>
      <p:sp>
        <p:nvSpPr>
          <p:cNvPr id="1945" name="Google Shape;1945;p5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46" name="Google Shape;1946;p51"/>
          <p:cNvSpPr txBox="1"/>
          <p:nvPr>
            <p:ph idx="1" type="body"/>
          </p:nvPr>
        </p:nvSpPr>
        <p:spPr>
          <a:xfrm>
            <a:off x="3117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947" name="Google Shape;1947;p51"/>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948" name="Google Shape;1948;p51"/>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1949" name="Shape 1949"/>
        <p:cNvGrpSpPr/>
        <p:nvPr/>
      </p:nvGrpSpPr>
      <p:grpSpPr>
        <a:xfrm>
          <a:off x="0" y="0"/>
          <a:ext cx="0" cy="0"/>
          <a:chOff x="0" y="0"/>
          <a:chExt cx="0" cy="0"/>
        </a:xfrm>
      </p:grpSpPr>
      <p:sp>
        <p:nvSpPr>
          <p:cNvPr id="1950" name="Google Shape;1950;p52"/>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51" name="Google Shape;1951;p52"/>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_3">
    <p:spTree>
      <p:nvGrpSpPr>
        <p:cNvPr id="1952" name="Shape 1952"/>
        <p:cNvGrpSpPr/>
        <p:nvPr/>
      </p:nvGrpSpPr>
      <p:grpSpPr>
        <a:xfrm>
          <a:off x="0" y="0"/>
          <a:ext cx="0" cy="0"/>
          <a:chOff x="0" y="0"/>
          <a:chExt cx="0" cy="0"/>
        </a:xfrm>
      </p:grpSpPr>
      <p:sp>
        <p:nvSpPr>
          <p:cNvPr id="1953" name="Google Shape;1953;p53"/>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954" name="Google Shape;1954;p53"/>
          <p:cNvSpPr txBox="1"/>
          <p:nvPr>
            <p:ph idx="1" type="body"/>
          </p:nvPr>
        </p:nvSpPr>
        <p:spPr>
          <a:xfrm>
            <a:off x="311700" y="1389600"/>
            <a:ext cx="2808000" cy="3179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955" name="Google Shape;1955;p53"/>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_1">
    <p:spTree>
      <p:nvGrpSpPr>
        <p:cNvPr id="1956" name="Shape 1956"/>
        <p:cNvGrpSpPr/>
        <p:nvPr/>
      </p:nvGrpSpPr>
      <p:grpSpPr>
        <a:xfrm>
          <a:off x="0" y="0"/>
          <a:ext cx="0" cy="0"/>
          <a:chOff x="0" y="0"/>
          <a:chExt cx="0" cy="0"/>
        </a:xfrm>
      </p:grpSpPr>
      <p:sp>
        <p:nvSpPr>
          <p:cNvPr id="1957" name="Google Shape;1957;p54"/>
          <p:cNvSpPr txBox="1"/>
          <p:nvPr>
            <p:ph type="title"/>
          </p:nvPr>
        </p:nvSpPr>
        <p:spPr>
          <a:xfrm>
            <a:off x="490250" y="450150"/>
            <a:ext cx="6367800" cy="4090800"/>
          </a:xfrm>
          <a:prstGeom prst="rect">
            <a:avLst/>
          </a:prstGeom>
        </p:spPr>
        <p:txBody>
          <a:bodyPr anchorCtr="0" anchor="ctr" bIns="91425" lIns="91425" spcFirstLastPara="1" rIns="91425" wrap="square" tIns="91425">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958" name="Google Shape;1958;p54"/>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1959" name="Shape 1959"/>
        <p:cNvGrpSpPr/>
        <p:nvPr/>
      </p:nvGrpSpPr>
      <p:grpSpPr>
        <a:xfrm>
          <a:off x="0" y="0"/>
          <a:ext cx="0" cy="0"/>
          <a:chOff x="0" y="0"/>
          <a:chExt cx="0" cy="0"/>
        </a:xfrm>
      </p:grpSpPr>
      <p:sp>
        <p:nvSpPr>
          <p:cNvPr id="1960" name="Google Shape;1960;p55"/>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55"/>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962" name="Google Shape;1962;p55"/>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1963" name="Google Shape;1963;p55"/>
          <p:cNvSpPr txBox="1"/>
          <p:nvPr>
            <p:ph idx="2" type="body"/>
          </p:nvPr>
        </p:nvSpPr>
        <p:spPr>
          <a:xfrm>
            <a:off x="4939500" y="724075"/>
            <a:ext cx="3837000" cy="3695100"/>
          </a:xfrm>
          <a:prstGeom prst="rect">
            <a:avLst/>
          </a:prstGeom>
        </p:spPr>
        <p:txBody>
          <a:bodyPr anchorCtr="0" anchor="ctr" bIns="91425" lIns="91425" spcFirstLastPara="1" rIns="91425" wrap="square" tIns="91425">
            <a:spAutoFit/>
          </a:bodyPr>
          <a:lstStyle>
            <a:lvl1pPr indent="-336550" lvl="0" marL="457200">
              <a:spcBef>
                <a:spcPts val="0"/>
              </a:spcBef>
              <a:spcAft>
                <a:spcPts val="0"/>
              </a:spcAft>
              <a:buClr>
                <a:schemeClr val="lt1"/>
              </a:buClr>
              <a:buSzPts val="1700"/>
              <a:buChar char="●"/>
              <a:defRPr>
                <a:solidFill>
                  <a:schemeClr val="lt1"/>
                </a:solidFill>
              </a:defRPr>
            </a:lvl1pPr>
            <a:lvl2pPr indent="-336550" lvl="1" marL="914400">
              <a:spcBef>
                <a:spcPts val="0"/>
              </a:spcBef>
              <a:spcAft>
                <a:spcPts val="0"/>
              </a:spcAft>
              <a:buClr>
                <a:schemeClr val="lt1"/>
              </a:buClr>
              <a:buSzPts val="1700"/>
              <a:buChar char="○"/>
              <a:defRPr>
                <a:solidFill>
                  <a:schemeClr val="lt1"/>
                </a:solidFill>
              </a:defRPr>
            </a:lvl2pPr>
            <a:lvl3pPr indent="-336550" lvl="2" marL="1371600">
              <a:spcBef>
                <a:spcPts val="0"/>
              </a:spcBef>
              <a:spcAft>
                <a:spcPts val="0"/>
              </a:spcAft>
              <a:buClr>
                <a:schemeClr val="lt1"/>
              </a:buClr>
              <a:buSzPts val="1700"/>
              <a:buChar char="■"/>
              <a:defRPr>
                <a:solidFill>
                  <a:schemeClr val="lt1"/>
                </a:solidFill>
              </a:defRPr>
            </a:lvl3pPr>
            <a:lvl4pPr indent="-336550" lvl="3" marL="1828800">
              <a:spcBef>
                <a:spcPts val="0"/>
              </a:spcBef>
              <a:spcAft>
                <a:spcPts val="0"/>
              </a:spcAft>
              <a:buClr>
                <a:schemeClr val="lt1"/>
              </a:buClr>
              <a:buSzPts val="1700"/>
              <a:buChar char="●"/>
              <a:defRPr>
                <a:solidFill>
                  <a:schemeClr val="lt1"/>
                </a:solidFill>
              </a:defRPr>
            </a:lvl4pPr>
            <a:lvl5pPr indent="-336550" lvl="4" marL="2286000">
              <a:spcBef>
                <a:spcPts val="0"/>
              </a:spcBef>
              <a:spcAft>
                <a:spcPts val="0"/>
              </a:spcAft>
              <a:buClr>
                <a:schemeClr val="lt1"/>
              </a:buClr>
              <a:buSzPts val="1700"/>
              <a:buChar char="○"/>
              <a:defRPr>
                <a:solidFill>
                  <a:schemeClr val="lt1"/>
                </a:solidFill>
              </a:defRPr>
            </a:lvl5pPr>
            <a:lvl6pPr indent="-336550" lvl="5" marL="2743200">
              <a:spcBef>
                <a:spcPts val="0"/>
              </a:spcBef>
              <a:spcAft>
                <a:spcPts val="0"/>
              </a:spcAft>
              <a:buClr>
                <a:schemeClr val="lt1"/>
              </a:buClr>
              <a:buSzPts val="1700"/>
              <a:buChar char="■"/>
              <a:defRPr>
                <a:solidFill>
                  <a:schemeClr val="lt1"/>
                </a:solidFill>
              </a:defRPr>
            </a:lvl6pPr>
            <a:lvl7pPr indent="-336550" lvl="6" marL="3200400">
              <a:spcBef>
                <a:spcPts val="0"/>
              </a:spcBef>
              <a:spcAft>
                <a:spcPts val="0"/>
              </a:spcAft>
              <a:buClr>
                <a:schemeClr val="lt1"/>
              </a:buClr>
              <a:buSzPts val="1700"/>
              <a:buChar char="●"/>
              <a:defRPr>
                <a:solidFill>
                  <a:schemeClr val="lt1"/>
                </a:solidFill>
              </a:defRPr>
            </a:lvl7pPr>
            <a:lvl8pPr indent="-336550" lvl="7" marL="3657600">
              <a:spcBef>
                <a:spcPts val="0"/>
              </a:spcBef>
              <a:spcAft>
                <a:spcPts val="0"/>
              </a:spcAft>
              <a:buClr>
                <a:schemeClr val="lt1"/>
              </a:buClr>
              <a:buSzPts val="1700"/>
              <a:buChar char="○"/>
              <a:defRPr>
                <a:solidFill>
                  <a:schemeClr val="lt1"/>
                </a:solidFill>
              </a:defRPr>
            </a:lvl8pPr>
            <a:lvl9pPr indent="-336550" lvl="8" marL="4114800">
              <a:spcBef>
                <a:spcPts val="0"/>
              </a:spcBef>
              <a:spcAft>
                <a:spcPts val="0"/>
              </a:spcAft>
              <a:buClr>
                <a:schemeClr val="lt1"/>
              </a:buClr>
              <a:buSzPts val="1700"/>
              <a:buChar char="■"/>
              <a:defRPr>
                <a:solidFill>
                  <a:schemeClr val="lt1"/>
                </a:solidFill>
              </a:defRPr>
            </a:lvl9pPr>
          </a:lstStyle>
          <a:p/>
        </p:txBody>
      </p:sp>
      <p:sp>
        <p:nvSpPr>
          <p:cNvPr id="1964" name="Google Shape;1964;p55"/>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_1">
    <p:spTree>
      <p:nvGrpSpPr>
        <p:cNvPr id="1965" name="Shape 1965"/>
        <p:cNvGrpSpPr/>
        <p:nvPr/>
      </p:nvGrpSpPr>
      <p:grpSpPr>
        <a:xfrm>
          <a:off x="0" y="0"/>
          <a:ext cx="0" cy="0"/>
          <a:chOff x="0" y="0"/>
          <a:chExt cx="0" cy="0"/>
        </a:xfrm>
      </p:grpSpPr>
      <p:sp>
        <p:nvSpPr>
          <p:cNvPr id="1966" name="Google Shape;1966;p56"/>
          <p:cNvSpPr txBox="1"/>
          <p:nvPr>
            <p:ph idx="1" type="body"/>
          </p:nvPr>
        </p:nvSpPr>
        <p:spPr>
          <a:xfrm>
            <a:off x="311700" y="4230575"/>
            <a:ext cx="5998800" cy="605100"/>
          </a:xfrm>
          <a:prstGeom prst="rect">
            <a:avLst/>
          </a:prstGeom>
        </p:spPr>
        <p:txBody>
          <a:bodyPr anchorCtr="0" anchor="ctr" bIns="91425" lIns="91425" spcFirstLastPara="1" rIns="91425" wrap="square" tIns="91425">
            <a:spAutoFit/>
          </a:bodyPr>
          <a:lstStyle>
            <a:lvl1pPr indent="-228600" lvl="0" marL="457200">
              <a:spcBef>
                <a:spcPts val="0"/>
              </a:spcBef>
              <a:spcAft>
                <a:spcPts val="0"/>
              </a:spcAft>
              <a:buSzPts val="1700"/>
              <a:buNone/>
              <a:defRPr/>
            </a:lvl1pPr>
          </a:lstStyle>
          <a:p/>
        </p:txBody>
      </p:sp>
      <p:sp>
        <p:nvSpPr>
          <p:cNvPr id="1967" name="Google Shape;1967;p56"/>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1968" name="Shape 1968"/>
        <p:cNvGrpSpPr/>
        <p:nvPr/>
      </p:nvGrpSpPr>
      <p:grpSpPr>
        <a:xfrm>
          <a:off x="0" y="0"/>
          <a:ext cx="0" cy="0"/>
          <a:chOff x="0" y="0"/>
          <a:chExt cx="0" cy="0"/>
        </a:xfrm>
      </p:grpSpPr>
      <p:sp>
        <p:nvSpPr>
          <p:cNvPr id="1969" name="Google Shape;1969;p57"/>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970" name="Google Shape;1970;p57"/>
          <p:cNvSpPr txBox="1"/>
          <p:nvPr>
            <p:ph idx="1" type="body"/>
          </p:nvPr>
        </p:nvSpPr>
        <p:spPr>
          <a:xfrm>
            <a:off x="311700" y="3152225"/>
            <a:ext cx="8520600" cy="1300800"/>
          </a:xfrm>
          <a:prstGeom prst="rect">
            <a:avLst/>
          </a:prstGeom>
        </p:spPr>
        <p:txBody>
          <a:bodyPr anchorCtr="0" anchor="t" bIns="91425" lIns="91425" spcFirstLastPara="1" rIns="91425" wrap="square" tIns="91425">
            <a:spAutoFit/>
          </a:bodyPr>
          <a:lstStyle>
            <a:lvl1pPr indent="-336550" lvl="0" marL="457200" algn="ctr">
              <a:spcBef>
                <a:spcPts val="0"/>
              </a:spcBef>
              <a:spcAft>
                <a:spcPts val="0"/>
              </a:spcAft>
              <a:buSzPts val="17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1971" name="Google Shape;1971;p57"/>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1972" name="Shape 1972"/>
        <p:cNvGrpSpPr/>
        <p:nvPr/>
      </p:nvGrpSpPr>
      <p:grpSpPr>
        <a:xfrm>
          <a:off x="0" y="0"/>
          <a:ext cx="0" cy="0"/>
          <a:chOff x="0" y="0"/>
          <a:chExt cx="0" cy="0"/>
        </a:xfrm>
      </p:grpSpPr>
      <p:sp>
        <p:nvSpPr>
          <p:cNvPr id="1973" name="Google Shape;1973;p58"/>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1974" name="Shape 1974"/>
        <p:cNvGrpSpPr/>
        <p:nvPr/>
      </p:nvGrpSpPr>
      <p:grpSpPr>
        <a:xfrm>
          <a:off x="0" y="0"/>
          <a:ext cx="0" cy="0"/>
          <a:chOff x="0" y="0"/>
          <a:chExt cx="0" cy="0"/>
        </a:xfrm>
      </p:grpSpPr>
      <p:sp>
        <p:nvSpPr>
          <p:cNvPr id="1975" name="Google Shape;1975;p59"/>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76" name="Google Shape;1976;p59"/>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77" name="Google Shape;1977;p59"/>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978" name="Google Shape;1978;p59"/>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979" name="Google Shape;1979;p59"/>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980" name="Google Shape;1980;p59"/>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981" name="Google Shape;1981;p59"/>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982" name="Google Shape;1982;p59"/>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983" name="Shape 1983"/>
        <p:cNvGrpSpPr/>
        <p:nvPr/>
      </p:nvGrpSpPr>
      <p:grpSpPr>
        <a:xfrm>
          <a:off x="0" y="0"/>
          <a:ext cx="0" cy="0"/>
          <a:chOff x="0" y="0"/>
          <a:chExt cx="0" cy="0"/>
        </a:xfrm>
      </p:grpSpPr>
      <p:sp>
        <p:nvSpPr>
          <p:cNvPr id="1984" name="Google Shape;1984;p6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85" name="Google Shape;1985;p60"/>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86" name="Google Shape;1986;p60"/>
          <p:cNvSpPr/>
          <p:nvPr>
            <p:ph idx="2" type="pic"/>
          </p:nvPr>
        </p:nvSpPr>
        <p:spPr>
          <a:xfrm>
            <a:off x="4992024" y="1152775"/>
            <a:ext cx="3840300" cy="3416400"/>
          </a:xfrm>
          <a:prstGeom prst="rect">
            <a:avLst/>
          </a:prstGeom>
          <a:noFill/>
          <a:ln>
            <a:noFill/>
          </a:ln>
        </p:spPr>
      </p:sp>
      <p:sp>
        <p:nvSpPr>
          <p:cNvPr id="1987" name="Google Shape;1987;p60"/>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1988" name="Shape 1988"/>
        <p:cNvGrpSpPr/>
        <p:nvPr/>
      </p:nvGrpSpPr>
      <p:grpSpPr>
        <a:xfrm>
          <a:off x="0" y="0"/>
          <a:ext cx="0" cy="0"/>
          <a:chOff x="0" y="0"/>
          <a:chExt cx="0" cy="0"/>
        </a:xfrm>
      </p:grpSpPr>
      <p:sp>
        <p:nvSpPr>
          <p:cNvPr id="1989" name="Google Shape;1989;p61"/>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90" name="Google Shape;1990;p61"/>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991" name="Google Shape;1991;p61"/>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92" name="Google Shape;1992;p61"/>
          <p:cNvSpPr txBox="1"/>
          <p:nvPr>
            <p:ph idx="2" type="body"/>
          </p:nvPr>
        </p:nvSpPr>
        <p:spPr>
          <a:xfrm>
            <a:off x="5048000" y="2237788"/>
            <a:ext cx="36198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93" name="Google Shape;1993;p61"/>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994" name="Google Shape;1994;p61"/>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995" name="Shape 1995"/>
        <p:cNvGrpSpPr/>
        <p:nvPr/>
      </p:nvGrpSpPr>
      <p:grpSpPr>
        <a:xfrm>
          <a:off x="0" y="0"/>
          <a:ext cx="0" cy="0"/>
          <a:chOff x="0" y="0"/>
          <a:chExt cx="0" cy="0"/>
        </a:xfrm>
      </p:grpSpPr>
      <p:sp>
        <p:nvSpPr>
          <p:cNvPr id="1996" name="Google Shape;1996;p62"/>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97" name="Google Shape;1997;p62"/>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98" name="Google Shape;1998;p62"/>
          <p:cNvSpPr txBox="1"/>
          <p:nvPr>
            <p:ph idx="2" type="body"/>
          </p:nvPr>
        </p:nvSpPr>
        <p:spPr>
          <a:xfrm>
            <a:off x="3347725" y="2417500"/>
            <a:ext cx="24555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99" name="Google Shape;1999;p62"/>
          <p:cNvSpPr txBox="1"/>
          <p:nvPr>
            <p:ph idx="3" type="body"/>
          </p:nvPr>
        </p:nvSpPr>
        <p:spPr>
          <a:xfrm>
            <a:off x="6212275" y="2417500"/>
            <a:ext cx="2455500" cy="23736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2000" name="Google Shape;2000;p62"/>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001" name="Google Shape;2001;p62"/>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002" name="Google Shape;2002;p62"/>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003" name="Google Shape;2003;p62"/>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2004" name="Shape 2004"/>
        <p:cNvGrpSpPr/>
        <p:nvPr/>
      </p:nvGrpSpPr>
      <p:grpSpPr>
        <a:xfrm>
          <a:off x="0" y="0"/>
          <a:ext cx="0" cy="0"/>
          <a:chOff x="0" y="0"/>
          <a:chExt cx="0" cy="0"/>
        </a:xfrm>
      </p:grpSpPr>
      <p:sp>
        <p:nvSpPr>
          <p:cNvPr id="2005" name="Google Shape;2005;p63"/>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06" name="Google Shape;2006;p63"/>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2007" name="Google Shape;2007;p63"/>
          <p:cNvSpPr txBox="1"/>
          <p:nvPr>
            <p:ph idx="2" type="body"/>
          </p:nvPr>
        </p:nvSpPr>
        <p:spPr>
          <a:xfrm>
            <a:off x="4938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2008" name="Google Shape;2008;p63"/>
          <p:cNvSpPr txBox="1"/>
          <p:nvPr>
            <p:ph idx="3" type="body"/>
          </p:nvPr>
        </p:nvSpPr>
        <p:spPr>
          <a:xfrm>
            <a:off x="366750" y="3648575"/>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2009" name="Google Shape;2009;p63"/>
          <p:cNvSpPr txBox="1"/>
          <p:nvPr>
            <p:ph idx="4" type="body"/>
          </p:nvPr>
        </p:nvSpPr>
        <p:spPr>
          <a:xfrm>
            <a:off x="4938750" y="3648575"/>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2010" name="Google Shape;2010;p63"/>
          <p:cNvSpPr txBox="1"/>
          <p:nvPr>
            <p:ph type="title"/>
          </p:nvPr>
        </p:nvSpPr>
        <p:spPr>
          <a:xfrm>
            <a:off x="366750"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011" name="Google Shape;2011;p63"/>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012" name="Google Shape;2012;p63"/>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013" name="Google Shape;2013;p63"/>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014" name="Google Shape;2014;p63"/>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2015" name="Shape 2015"/>
        <p:cNvGrpSpPr/>
        <p:nvPr/>
      </p:nvGrpSpPr>
      <p:grpSpPr>
        <a:xfrm>
          <a:off x="0" y="0"/>
          <a:ext cx="0" cy="0"/>
          <a:chOff x="0" y="0"/>
          <a:chExt cx="0" cy="0"/>
        </a:xfrm>
      </p:grpSpPr>
      <p:sp>
        <p:nvSpPr>
          <p:cNvPr id="2016" name="Google Shape;2016;p6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17" name="Google Shape;2017;p64"/>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18" name="Google Shape;2018;p64"/>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2019" name="Shape 2019"/>
        <p:cNvGrpSpPr/>
        <p:nvPr/>
      </p:nvGrpSpPr>
      <p:grpSpPr>
        <a:xfrm>
          <a:off x="0" y="0"/>
          <a:ext cx="0" cy="0"/>
          <a:chOff x="0" y="0"/>
          <a:chExt cx="0" cy="0"/>
        </a:xfrm>
      </p:grpSpPr>
      <p:sp>
        <p:nvSpPr>
          <p:cNvPr id="2020" name="Google Shape;2020;p65"/>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21" name="Google Shape;2021;p65"/>
          <p:cNvSpPr/>
          <p:nvPr>
            <p:ph idx="2" type="pic"/>
          </p:nvPr>
        </p:nvSpPr>
        <p:spPr>
          <a:xfrm>
            <a:off x="4804825" y="1133300"/>
            <a:ext cx="4027500" cy="2392800"/>
          </a:xfrm>
          <a:prstGeom prst="rect">
            <a:avLst/>
          </a:prstGeom>
          <a:noFill/>
          <a:ln>
            <a:noFill/>
          </a:ln>
        </p:spPr>
      </p:sp>
      <p:sp>
        <p:nvSpPr>
          <p:cNvPr id="2022" name="Google Shape;2022;p65"/>
          <p:cNvSpPr/>
          <p:nvPr>
            <p:ph idx="3" type="pic"/>
          </p:nvPr>
        </p:nvSpPr>
        <p:spPr>
          <a:xfrm>
            <a:off x="311725" y="1133300"/>
            <a:ext cx="4027500" cy="2392800"/>
          </a:xfrm>
          <a:prstGeom prst="rect">
            <a:avLst/>
          </a:prstGeom>
          <a:noFill/>
          <a:ln>
            <a:noFill/>
          </a:ln>
        </p:spPr>
      </p:sp>
      <p:sp>
        <p:nvSpPr>
          <p:cNvPr id="2023" name="Google Shape;2023;p65"/>
          <p:cNvSpPr txBox="1"/>
          <p:nvPr>
            <p:ph idx="4" type="body"/>
          </p:nvPr>
        </p:nvSpPr>
        <p:spPr>
          <a:xfrm>
            <a:off x="4804825"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24" name="Google Shape;2024;p65"/>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25" name="Google Shape;2025;p65"/>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26" name="Google Shape;2026;p65"/>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027" name="Google Shape;2027;p65"/>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2028" name="Shape 2028"/>
        <p:cNvGrpSpPr/>
        <p:nvPr/>
      </p:nvGrpSpPr>
      <p:grpSpPr>
        <a:xfrm>
          <a:off x="0" y="0"/>
          <a:ext cx="0" cy="0"/>
          <a:chOff x="0" y="0"/>
          <a:chExt cx="0" cy="0"/>
        </a:xfrm>
      </p:grpSpPr>
      <p:sp>
        <p:nvSpPr>
          <p:cNvPr id="2029" name="Google Shape;2029;p66"/>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30" name="Google Shape;2030;p66"/>
          <p:cNvSpPr/>
          <p:nvPr>
            <p:ph idx="2" type="pic"/>
          </p:nvPr>
        </p:nvSpPr>
        <p:spPr>
          <a:xfrm>
            <a:off x="6205225" y="1128325"/>
            <a:ext cx="2627100" cy="2273100"/>
          </a:xfrm>
          <a:prstGeom prst="rect">
            <a:avLst/>
          </a:prstGeom>
          <a:noFill/>
          <a:ln>
            <a:noFill/>
          </a:ln>
        </p:spPr>
      </p:sp>
      <p:sp>
        <p:nvSpPr>
          <p:cNvPr id="2031" name="Google Shape;2031;p66"/>
          <p:cNvSpPr/>
          <p:nvPr>
            <p:ph idx="3" type="pic"/>
          </p:nvPr>
        </p:nvSpPr>
        <p:spPr>
          <a:xfrm>
            <a:off x="311725" y="1128325"/>
            <a:ext cx="2627100" cy="2273100"/>
          </a:xfrm>
          <a:prstGeom prst="rect">
            <a:avLst/>
          </a:prstGeom>
          <a:noFill/>
          <a:ln>
            <a:noFill/>
          </a:ln>
        </p:spPr>
      </p:sp>
      <p:sp>
        <p:nvSpPr>
          <p:cNvPr id="2032" name="Google Shape;2032;p66"/>
          <p:cNvSpPr txBox="1"/>
          <p:nvPr>
            <p:ph idx="4" type="body"/>
          </p:nvPr>
        </p:nvSpPr>
        <p:spPr>
          <a:xfrm>
            <a:off x="6205225"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33" name="Google Shape;2033;p66"/>
          <p:cNvSpPr/>
          <p:nvPr>
            <p:ph idx="5" type="pic"/>
          </p:nvPr>
        </p:nvSpPr>
        <p:spPr>
          <a:xfrm>
            <a:off x="3255250" y="1128325"/>
            <a:ext cx="2627100" cy="2273100"/>
          </a:xfrm>
          <a:prstGeom prst="rect">
            <a:avLst/>
          </a:prstGeom>
          <a:noFill/>
          <a:ln>
            <a:noFill/>
          </a:ln>
        </p:spPr>
      </p:sp>
      <p:sp>
        <p:nvSpPr>
          <p:cNvPr id="2034" name="Google Shape;2034;p66"/>
          <p:cNvSpPr txBox="1"/>
          <p:nvPr>
            <p:ph idx="6" type="body"/>
          </p:nvPr>
        </p:nvSpPr>
        <p:spPr>
          <a:xfrm>
            <a:off x="325525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35" name="Google Shape;2035;p66"/>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36" name="Google Shape;2036;p6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37" name="Google Shape;2037;p66"/>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038" name="Google Shape;2038;p66"/>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039" name="Google Shape;2039;p66"/>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2040" name="Shape 2040"/>
        <p:cNvGrpSpPr/>
        <p:nvPr/>
      </p:nvGrpSpPr>
      <p:grpSpPr>
        <a:xfrm>
          <a:off x="0" y="0"/>
          <a:ext cx="0" cy="0"/>
          <a:chOff x="0" y="0"/>
          <a:chExt cx="0" cy="0"/>
        </a:xfrm>
      </p:grpSpPr>
      <p:sp>
        <p:nvSpPr>
          <p:cNvPr id="2041" name="Google Shape;2041;p67"/>
          <p:cNvSpPr/>
          <p:nvPr>
            <p:ph idx="2" type="pic"/>
          </p:nvPr>
        </p:nvSpPr>
        <p:spPr>
          <a:xfrm>
            <a:off x="311700" y="445025"/>
            <a:ext cx="8520600" cy="4218300"/>
          </a:xfrm>
          <a:prstGeom prst="rect">
            <a:avLst/>
          </a:prstGeom>
          <a:noFill/>
          <a:ln>
            <a:noFill/>
          </a:ln>
        </p:spPr>
      </p:sp>
      <p:sp>
        <p:nvSpPr>
          <p:cNvPr id="2042" name="Google Shape;2042;p67"/>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2043" name="Shape 2043"/>
        <p:cNvGrpSpPr/>
        <p:nvPr/>
      </p:nvGrpSpPr>
      <p:grpSpPr>
        <a:xfrm>
          <a:off x="0" y="0"/>
          <a:ext cx="0" cy="0"/>
          <a:chOff x="0" y="0"/>
          <a:chExt cx="0" cy="0"/>
        </a:xfrm>
      </p:grpSpPr>
      <p:sp>
        <p:nvSpPr>
          <p:cNvPr id="2044" name="Google Shape;2044;p68"/>
          <p:cNvSpPr txBox="1"/>
          <p:nvPr>
            <p:ph idx="12" type="sldNum"/>
          </p:nvPr>
        </p:nvSpPr>
        <p:spPr>
          <a:xfrm>
            <a:off x="8472458" y="4663217"/>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45" name="Google Shape;2045;p68"/>
          <p:cNvSpPr/>
          <p:nvPr>
            <p:ph idx="2" type="pic"/>
          </p:nvPr>
        </p:nvSpPr>
        <p:spPr>
          <a:xfrm>
            <a:off x="3389600" y="118913"/>
            <a:ext cx="1643700" cy="1535100"/>
          </a:xfrm>
          <a:prstGeom prst="rect">
            <a:avLst/>
          </a:prstGeom>
          <a:noFill/>
          <a:ln>
            <a:noFill/>
          </a:ln>
        </p:spPr>
      </p:sp>
      <p:sp>
        <p:nvSpPr>
          <p:cNvPr id="2046" name="Google Shape;2046;p68"/>
          <p:cNvSpPr/>
          <p:nvPr>
            <p:ph idx="3" type="pic"/>
          </p:nvPr>
        </p:nvSpPr>
        <p:spPr>
          <a:xfrm>
            <a:off x="5195935" y="118913"/>
            <a:ext cx="1643700" cy="1535100"/>
          </a:xfrm>
          <a:prstGeom prst="rect">
            <a:avLst/>
          </a:prstGeom>
          <a:noFill/>
          <a:ln>
            <a:noFill/>
          </a:ln>
        </p:spPr>
      </p:sp>
      <p:sp>
        <p:nvSpPr>
          <p:cNvPr id="2047" name="Google Shape;2047;p68"/>
          <p:cNvSpPr/>
          <p:nvPr>
            <p:ph idx="4" type="pic"/>
          </p:nvPr>
        </p:nvSpPr>
        <p:spPr>
          <a:xfrm>
            <a:off x="7002270" y="118913"/>
            <a:ext cx="1643700" cy="1535100"/>
          </a:xfrm>
          <a:prstGeom prst="rect">
            <a:avLst/>
          </a:prstGeom>
          <a:noFill/>
          <a:ln>
            <a:noFill/>
          </a:ln>
        </p:spPr>
      </p:sp>
      <p:sp>
        <p:nvSpPr>
          <p:cNvPr id="2048" name="Google Shape;2048;p68"/>
          <p:cNvSpPr/>
          <p:nvPr>
            <p:ph idx="5" type="pic"/>
          </p:nvPr>
        </p:nvSpPr>
        <p:spPr>
          <a:xfrm>
            <a:off x="3389588" y="1804212"/>
            <a:ext cx="1643700" cy="1535100"/>
          </a:xfrm>
          <a:prstGeom prst="rect">
            <a:avLst/>
          </a:prstGeom>
          <a:noFill/>
          <a:ln>
            <a:noFill/>
          </a:ln>
        </p:spPr>
      </p:sp>
      <p:sp>
        <p:nvSpPr>
          <p:cNvPr id="2049" name="Google Shape;2049;p68"/>
          <p:cNvSpPr/>
          <p:nvPr>
            <p:ph idx="6" type="pic"/>
          </p:nvPr>
        </p:nvSpPr>
        <p:spPr>
          <a:xfrm>
            <a:off x="5195922" y="1804212"/>
            <a:ext cx="1643700" cy="1535100"/>
          </a:xfrm>
          <a:prstGeom prst="rect">
            <a:avLst/>
          </a:prstGeom>
          <a:noFill/>
          <a:ln>
            <a:noFill/>
          </a:ln>
        </p:spPr>
      </p:sp>
      <p:sp>
        <p:nvSpPr>
          <p:cNvPr id="2050" name="Google Shape;2050;p68"/>
          <p:cNvSpPr/>
          <p:nvPr>
            <p:ph idx="7" type="pic"/>
          </p:nvPr>
        </p:nvSpPr>
        <p:spPr>
          <a:xfrm>
            <a:off x="7002257" y="1804212"/>
            <a:ext cx="1643700" cy="1535100"/>
          </a:xfrm>
          <a:prstGeom prst="rect">
            <a:avLst/>
          </a:prstGeom>
          <a:noFill/>
          <a:ln>
            <a:noFill/>
          </a:ln>
        </p:spPr>
      </p:sp>
      <p:sp>
        <p:nvSpPr>
          <p:cNvPr id="2051" name="Google Shape;2051;p68"/>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52" name="Google Shape;2052;p68"/>
          <p:cNvSpPr/>
          <p:nvPr>
            <p:ph idx="8" type="pic"/>
          </p:nvPr>
        </p:nvSpPr>
        <p:spPr>
          <a:xfrm>
            <a:off x="3389588" y="3489487"/>
            <a:ext cx="1643700" cy="1535100"/>
          </a:xfrm>
          <a:prstGeom prst="rect">
            <a:avLst/>
          </a:prstGeom>
          <a:noFill/>
          <a:ln>
            <a:noFill/>
          </a:ln>
        </p:spPr>
      </p:sp>
      <p:sp>
        <p:nvSpPr>
          <p:cNvPr id="2053" name="Google Shape;2053;p68"/>
          <p:cNvSpPr/>
          <p:nvPr>
            <p:ph idx="9" type="pic"/>
          </p:nvPr>
        </p:nvSpPr>
        <p:spPr>
          <a:xfrm>
            <a:off x="5195922" y="3489487"/>
            <a:ext cx="1643700" cy="1535100"/>
          </a:xfrm>
          <a:prstGeom prst="rect">
            <a:avLst/>
          </a:prstGeom>
          <a:noFill/>
          <a:ln>
            <a:noFill/>
          </a:ln>
        </p:spPr>
      </p:sp>
      <p:sp>
        <p:nvSpPr>
          <p:cNvPr id="2054" name="Google Shape;2054;p68"/>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bg>
      <p:bgPr>
        <a:solidFill>
          <a:schemeClr val="lt1"/>
        </a:solidFill>
      </p:bgPr>
    </p:bg>
    <p:spTree>
      <p:nvGrpSpPr>
        <p:cNvPr id="2055" name="Shape 2055"/>
        <p:cNvGrpSpPr/>
        <p:nvPr/>
      </p:nvGrpSpPr>
      <p:grpSpPr>
        <a:xfrm>
          <a:off x="0" y="0"/>
          <a:ext cx="0" cy="0"/>
          <a:chOff x="0" y="0"/>
          <a:chExt cx="0" cy="0"/>
        </a:xfrm>
      </p:grpSpPr>
      <p:grpSp>
        <p:nvGrpSpPr>
          <p:cNvPr id="2056" name="Google Shape;2056;p69"/>
          <p:cNvGrpSpPr/>
          <p:nvPr/>
        </p:nvGrpSpPr>
        <p:grpSpPr>
          <a:xfrm>
            <a:off x="75" y="256675"/>
            <a:ext cx="3798141" cy="1190474"/>
            <a:chOff x="75" y="256675"/>
            <a:chExt cx="3798141" cy="1190474"/>
          </a:xfrm>
        </p:grpSpPr>
        <p:sp>
          <p:nvSpPr>
            <p:cNvPr id="2057" name="Google Shape;2057;p69"/>
            <p:cNvSpPr/>
            <p:nvPr/>
          </p:nvSpPr>
          <p:spPr>
            <a:xfrm flipH="1" rot="10800000">
              <a:off x="75" y="256675"/>
              <a:ext cx="3798000" cy="1190400"/>
            </a:xfrm>
            <a:prstGeom prst="snip1Rect">
              <a:avLst>
                <a:gd fmla="val 35102"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sp>
          <p:nvSpPr>
            <p:cNvPr id="2058" name="Google Shape;2058;p69"/>
            <p:cNvSpPr/>
            <p:nvPr/>
          </p:nvSpPr>
          <p:spPr>
            <a:xfrm flipH="1" rot="-10795068">
              <a:off x="3380016" y="1028349"/>
              <a:ext cx="418200" cy="418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a:ea typeface="Inter Tight"/>
                  <a:cs typeface="Inter Tight"/>
                  <a:sym typeface="Inter Tight"/>
                </a:rPr>
                <a:t> </a:t>
              </a:r>
              <a:endParaRPr>
                <a:solidFill>
                  <a:schemeClr val="lt2"/>
                </a:solidFill>
                <a:latin typeface="Inter Tight"/>
                <a:ea typeface="Inter Tight"/>
                <a:cs typeface="Inter Tight"/>
                <a:sym typeface="Inter Tight"/>
              </a:endParaRPr>
            </a:p>
          </p:txBody>
        </p:sp>
      </p:grpSp>
      <p:sp>
        <p:nvSpPr>
          <p:cNvPr id="2059" name="Google Shape;2059;p69"/>
          <p:cNvSpPr txBox="1"/>
          <p:nvPr>
            <p:ph type="title"/>
          </p:nvPr>
        </p:nvSpPr>
        <p:spPr>
          <a:xfrm>
            <a:off x="333925" y="544250"/>
            <a:ext cx="3039900" cy="7212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060" name="Google Shape;2060;p69"/>
          <p:cNvSpPr txBox="1"/>
          <p:nvPr>
            <p:ph idx="1" type="subTitle"/>
          </p:nvPr>
        </p:nvSpPr>
        <p:spPr>
          <a:xfrm>
            <a:off x="1149126" y="2348550"/>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2061" name="Google Shape;2061;p69"/>
          <p:cNvSpPr txBox="1"/>
          <p:nvPr>
            <p:ph idx="2" type="subTitle"/>
          </p:nvPr>
        </p:nvSpPr>
        <p:spPr>
          <a:xfrm>
            <a:off x="1149126" y="2802869"/>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2062" name="Google Shape;2062;p69"/>
          <p:cNvSpPr txBox="1"/>
          <p:nvPr>
            <p:ph idx="3" type="subTitle"/>
          </p:nvPr>
        </p:nvSpPr>
        <p:spPr>
          <a:xfrm>
            <a:off x="1149126" y="3257187"/>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2063" name="Google Shape;2063;p69"/>
          <p:cNvSpPr txBox="1"/>
          <p:nvPr>
            <p:ph idx="4" type="subTitle"/>
          </p:nvPr>
        </p:nvSpPr>
        <p:spPr>
          <a:xfrm>
            <a:off x="1149126" y="3711506"/>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2064" name="Google Shape;2064;p69"/>
          <p:cNvSpPr txBox="1"/>
          <p:nvPr>
            <p:ph idx="5" type="subTitle"/>
          </p:nvPr>
        </p:nvSpPr>
        <p:spPr>
          <a:xfrm>
            <a:off x="1149126" y="4165824"/>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2065" name="Google Shape;2065;p69"/>
          <p:cNvSpPr txBox="1"/>
          <p:nvPr>
            <p:ph idx="6" type="subTitle"/>
          </p:nvPr>
        </p:nvSpPr>
        <p:spPr>
          <a:xfrm>
            <a:off x="5327851" y="2348550"/>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2066" name="Google Shape;2066;p69"/>
          <p:cNvSpPr txBox="1"/>
          <p:nvPr>
            <p:ph idx="7" type="subTitle"/>
          </p:nvPr>
        </p:nvSpPr>
        <p:spPr>
          <a:xfrm>
            <a:off x="5327851" y="2802869"/>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2067" name="Google Shape;2067;p69"/>
          <p:cNvSpPr txBox="1"/>
          <p:nvPr>
            <p:ph idx="8" type="subTitle"/>
          </p:nvPr>
        </p:nvSpPr>
        <p:spPr>
          <a:xfrm>
            <a:off x="5327851" y="3257187"/>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2068" name="Google Shape;2068;p69"/>
          <p:cNvSpPr txBox="1"/>
          <p:nvPr>
            <p:ph idx="9" type="subTitle"/>
          </p:nvPr>
        </p:nvSpPr>
        <p:spPr>
          <a:xfrm>
            <a:off x="5327851" y="3711506"/>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
        <p:nvSpPr>
          <p:cNvPr id="2069" name="Google Shape;2069;p69"/>
          <p:cNvSpPr txBox="1"/>
          <p:nvPr>
            <p:ph idx="13" type="subTitle"/>
          </p:nvPr>
        </p:nvSpPr>
        <p:spPr>
          <a:xfrm>
            <a:off x="5327851" y="4165824"/>
            <a:ext cx="3234300" cy="433200"/>
          </a:xfrm>
          <a:prstGeom prst="rect">
            <a:avLst/>
          </a:prstGeom>
        </p:spPr>
        <p:txBody>
          <a:bodyPr anchorCtr="0" anchor="t" bIns="91425" lIns="91425" spcFirstLastPara="1" rIns="91425" wrap="square" tIns="91425">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s" type="tx">
  <p:cSld name="TITLE_AND_BODY">
    <p:bg>
      <p:bgPr>
        <a:solidFill>
          <a:schemeClr val="lt1"/>
        </a:solidFill>
      </p:bgPr>
    </p:bg>
    <p:spTree>
      <p:nvGrpSpPr>
        <p:cNvPr id="2070" name="Shape 2070"/>
        <p:cNvGrpSpPr/>
        <p:nvPr/>
      </p:nvGrpSpPr>
      <p:grpSpPr>
        <a:xfrm>
          <a:off x="0" y="0"/>
          <a:ext cx="0" cy="0"/>
          <a:chOff x="0" y="0"/>
          <a:chExt cx="0" cy="0"/>
        </a:xfrm>
      </p:grpSpPr>
      <p:sp>
        <p:nvSpPr>
          <p:cNvPr id="2071" name="Google Shape;2071;p70"/>
          <p:cNvSpPr/>
          <p:nvPr>
            <p:ph idx="2" type="pic"/>
          </p:nvPr>
        </p:nvSpPr>
        <p:spPr>
          <a:xfrm rot="299990">
            <a:off x="716131" y="2331244"/>
            <a:ext cx="3686628" cy="2455534"/>
          </a:xfrm>
          <a:prstGeom prst="snip1Rect">
            <a:avLst>
              <a:gd fmla="val 16667" name="adj"/>
            </a:avLst>
          </a:prstGeom>
          <a:noFill/>
          <a:ln>
            <a:noFill/>
          </a:ln>
        </p:spPr>
      </p:sp>
      <p:sp>
        <p:nvSpPr>
          <p:cNvPr id="2072" name="Google Shape;2072;p70"/>
          <p:cNvSpPr/>
          <p:nvPr>
            <p:ph idx="3" type="pic"/>
          </p:nvPr>
        </p:nvSpPr>
        <p:spPr>
          <a:xfrm rot="-300269">
            <a:off x="4741294" y="2331368"/>
            <a:ext cx="3686654" cy="2455534"/>
          </a:xfrm>
          <a:prstGeom prst="snip1Rect">
            <a:avLst>
              <a:gd fmla="val 16667" name="adj"/>
            </a:avLst>
          </a:prstGeom>
          <a:noFill/>
          <a:ln>
            <a:noFill/>
          </a:ln>
        </p:spPr>
      </p:sp>
      <p:sp>
        <p:nvSpPr>
          <p:cNvPr id="2073" name="Google Shape;2073;p70"/>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74" name="Google Shape;2074;p70"/>
          <p:cNvSpPr txBox="1"/>
          <p:nvPr>
            <p:ph idx="1" type="body"/>
          </p:nvPr>
        </p:nvSpPr>
        <p:spPr>
          <a:xfrm>
            <a:off x="333925" y="1163150"/>
            <a:ext cx="8475600" cy="7080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2075" name="Google Shape;2075;p70"/>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076" name="Google Shape;2076;p70"/>
          <p:cNvSpPr txBox="1"/>
          <p:nvPr>
            <p:ph idx="4"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077" name="Google Shape;2077;p70"/>
          <p:cNvSpPr txBox="1"/>
          <p:nvPr>
            <p:ph idx="5"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ITLE_AND_BODY_1">
    <p:bg>
      <p:bgPr>
        <a:solidFill>
          <a:schemeClr val="lt1"/>
        </a:solidFill>
      </p:bgPr>
    </p:bg>
    <p:spTree>
      <p:nvGrpSpPr>
        <p:cNvPr id="2078" name="Shape 2078"/>
        <p:cNvGrpSpPr/>
        <p:nvPr/>
      </p:nvGrpSpPr>
      <p:grpSpPr>
        <a:xfrm>
          <a:off x="0" y="0"/>
          <a:ext cx="0" cy="0"/>
          <a:chOff x="0" y="0"/>
          <a:chExt cx="0" cy="0"/>
        </a:xfrm>
      </p:grpSpPr>
      <p:sp>
        <p:nvSpPr>
          <p:cNvPr id="2079" name="Google Shape;2079;p71"/>
          <p:cNvSpPr/>
          <p:nvPr>
            <p:ph idx="2" type="pic"/>
          </p:nvPr>
        </p:nvSpPr>
        <p:spPr>
          <a:xfrm rot="299990">
            <a:off x="716131" y="2331244"/>
            <a:ext cx="3686628" cy="2455534"/>
          </a:xfrm>
          <a:prstGeom prst="snip1Rect">
            <a:avLst>
              <a:gd fmla="val 16667" name="adj"/>
            </a:avLst>
          </a:prstGeom>
          <a:noFill/>
          <a:ln>
            <a:noFill/>
          </a:ln>
        </p:spPr>
      </p:sp>
      <p:sp>
        <p:nvSpPr>
          <p:cNvPr id="2080" name="Google Shape;2080;p71"/>
          <p:cNvSpPr/>
          <p:nvPr>
            <p:ph idx="3" type="pic"/>
          </p:nvPr>
        </p:nvSpPr>
        <p:spPr>
          <a:xfrm rot="-300269">
            <a:off x="4741294" y="2331368"/>
            <a:ext cx="3686654" cy="2455534"/>
          </a:xfrm>
          <a:prstGeom prst="snip1Rect">
            <a:avLst>
              <a:gd fmla="val 16667" name="adj"/>
            </a:avLst>
          </a:prstGeom>
          <a:noFill/>
          <a:ln>
            <a:noFill/>
          </a:ln>
        </p:spPr>
      </p:sp>
      <p:sp>
        <p:nvSpPr>
          <p:cNvPr id="2081" name="Google Shape;2081;p71"/>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82" name="Google Shape;2082;p71"/>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083" name="Google Shape;2083;p71"/>
          <p:cNvSpPr txBox="1"/>
          <p:nvPr>
            <p:ph idx="1" type="subTitle"/>
          </p:nvPr>
        </p:nvSpPr>
        <p:spPr>
          <a:xfrm>
            <a:off x="381082" y="1182925"/>
            <a:ext cx="41490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2084" name="Google Shape;2084;p71"/>
          <p:cNvSpPr txBox="1"/>
          <p:nvPr>
            <p:ph idx="4" type="body"/>
          </p:nvPr>
        </p:nvSpPr>
        <p:spPr>
          <a:xfrm>
            <a:off x="381082" y="1521627"/>
            <a:ext cx="41490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085" name="Google Shape;2085;p71"/>
          <p:cNvSpPr txBox="1"/>
          <p:nvPr>
            <p:ph idx="5" type="subTitle"/>
          </p:nvPr>
        </p:nvSpPr>
        <p:spPr>
          <a:xfrm>
            <a:off x="4566932" y="1182925"/>
            <a:ext cx="41490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2086" name="Google Shape;2086;p71"/>
          <p:cNvSpPr txBox="1"/>
          <p:nvPr>
            <p:ph idx="6" type="body"/>
          </p:nvPr>
        </p:nvSpPr>
        <p:spPr>
          <a:xfrm>
            <a:off x="4566932" y="1521627"/>
            <a:ext cx="41490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087" name="Google Shape;2087;p71"/>
          <p:cNvSpPr txBox="1"/>
          <p:nvPr>
            <p:ph idx="7"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088" name="Google Shape;2088;p71"/>
          <p:cNvSpPr txBox="1"/>
          <p:nvPr>
            <p:ph idx="8"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type="twoColTx">
  <p:cSld name="TITLE_AND_TWO_COLUMNS">
    <p:bg>
      <p:bgPr>
        <a:solidFill>
          <a:schemeClr val="lt1"/>
        </a:solidFill>
      </p:bgPr>
    </p:bg>
    <p:spTree>
      <p:nvGrpSpPr>
        <p:cNvPr id="2089" name="Shape 2089"/>
        <p:cNvGrpSpPr/>
        <p:nvPr/>
      </p:nvGrpSpPr>
      <p:grpSpPr>
        <a:xfrm>
          <a:off x="0" y="0"/>
          <a:ext cx="0" cy="0"/>
          <a:chOff x="0" y="0"/>
          <a:chExt cx="0" cy="0"/>
        </a:xfrm>
      </p:grpSpPr>
      <p:grpSp>
        <p:nvGrpSpPr>
          <p:cNvPr id="2090" name="Google Shape;2090;p72"/>
          <p:cNvGrpSpPr/>
          <p:nvPr/>
        </p:nvGrpSpPr>
        <p:grpSpPr>
          <a:xfrm>
            <a:off x="0" y="-444900"/>
            <a:ext cx="9144000" cy="5588500"/>
            <a:chOff x="0" y="-444900"/>
            <a:chExt cx="9144000" cy="5588500"/>
          </a:xfrm>
        </p:grpSpPr>
        <p:grpSp>
          <p:nvGrpSpPr>
            <p:cNvPr id="2091" name="Google Shape;2091;p72"/>
            <p:cNvGrpSpPr/>
            <p:nvPr/>
          </p:nvGrpSpPr>
          <p:grpSpPr>
            <a:xfrm>
              <a:off x="0" y="100"/>
              <a:ext cx="9144000" cy="5143500"/>
              <a:chOff x="0" y="100"/>
              <a:chExt cx="9144000" cy="5143500"/>
            </a:xfrm>
          </p:grpSpPr>
          <p:sp>
            <p:nvSpPr>
              <p:cNvPr id="2092" name="Google Shape;2092;p72"/>
              <p:cNvSpPr/>
              <p:nvPr/>
            </p:nvSpPr>
            <p:spPr>
              <a:xfrm>
                <a:off x="0" y="100"/>
                <a:ext cx="9144000" cy="5143500"/>
              </a:xfrm>
              <a:prstGeom prst="snip1Rect">
                <a:avLst>
                  <a:gd fmla="val 40868"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2093" name="Google Shape;2093;p72"/>
              <p:cNvSpPr/>
              <p:nvPr/>
            </p:nvSpPr>
            <p:spPr>
              <a:xfrm rot="10800000">
                <a:off x="7036475" y="1219850"/>
                <a:ext cx="2107500" cy="186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grpSp>
        <p:sp>
          <p:nvSpPr>
            <p:cNvPr id="2094" name="Google Shape;2094;p72"/>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2095" name="Google Shape;2095;p72"/>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96" name="Google Shape;2096;p72"/>
          <p:cNvSpPr txBox="1"/>
          <p:nvPr>
            <p:ph type="title"/>
          </p:nvPr>
        </p:nvSpPr>
        <p:spPr>
          <a:xfrm>
            <a:off x="2479675" y="1637413"/>
            <a:ext cx="4184700" cy="572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097" name="Google Shape;2097;p72"/>
          <p:cNvSpPr txBox="1"/>
          <p:nvPr>
            <p:ph idx="1" type="body"/>
          </p:nvPr>
        </p:nvSpPr>
        <p:spPr>
          <a:xfrm>
            <a:off x="2479675" y="2291377"/>
            <a:ext cx="4184700" cy="22881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Clr>
                <a:schemeClr val="lt1"/>
              </a:buClr>
              <a:buSzPts val="1700"/>
              <a:buChar char="●"/>
              <a:defRPr>
                <a:solidFill>
                  <a:schemeClr val="lt1"/>
                </a:solidFill>
              </a:defRPr>
            </a:lvl1pPr>
            <a:lvl2pPr indent="-336550" lvl="1" marL="914400">
              <a:spcBef>
                <a:spcPts val="0"/>
              </a:spcBef>
              <a:spcAft>
                <a:spcPts val="0"/>
              </a:spcAft>
              <a:buClr>
                <a:schemeClr val="lt1"/>
              </a:buClr>
              <a:buSzPts val="1700"/>
              <a:buChar char="○"/>
              <a:defRPr>
                <a:solidFill>
                  <a:schemeClr val="lt1"/>
                </a:solidFill>
              </a:defRPr>
            </a:lvl2pPr>
            <a:lvl3pPr indent="-336550" lvl="2" marL="1371600">
              <a:spcBef>
                <a:spcPts val="0"/>
              </a:spcBef>
              <a:spcAft>
                <a:spcPts val="0"/>
              </a:spcAft>
              <a:buClr>
                <a:schemeClr val="lt1"/>
              </a:buClr>
              <a:buSzPts val="1700"/>
              <a:buChar char="■"/>
              <a:defRPr>
                <a:solidFill>
                  <a:schemeClr val="lt1"/>
                </a:solidFill>
              </a:defRPr>
            </a:lvl3pPr>
            <a:lvl4pPr indent="-336550" lvl="3" marL="1828800">
              <a:spcBef>
                <a:spcPts val="0"/>
              </a:spcBef>
              <a:spcAft>
                <a:spcPts val="0"/>
              </a:spcAft>
              <a:buClr>
                <a:schemeClr val="lt1"/>
              </a:buClr>
              <a:buSzPts val="1700"/>
              <a:buChar char="●"/>
              <a:defRPr>
                <a:solidFill>
                  <a:schemeClr val="lt1"/>
                </a:solidFill>
              </a:defRPr>
            </a:lvl4pPr>
            <a:lvl5pPr indent="-336550" lvl="4" marL="2286000">
              <a:spcBef>
                <a:spcPts val="0"/>
              </a:spcBef>
              <a:spcAft>
                <a:spcPts val="0"/>
              </a:spcAft>
              <a:buClr>
                <a:schemeClr val="lt1"/>
              </a:buClr>
              <a:buSzPts val="1700"/>
              <a:buChar char="○"/>
              <a:defRPr>
                <a:solidFill>
                  <a:schemeClr val="lt1"/>
                </a:solidFill>
              </a:defRPr>
            </a:lvl5pPr>
            <a:lvl6pPr indent="-336550" lvl="5" marL="2743200">
              <a:spcBef>
                <a:spcPts val="0"/>
              </a:spcBef>
              <a:spcAft>
                <a:spcPts val="0"/>
              </a:spcAft>
              <a:buClr>
                <a:schemeClr val="lt1"/>
              </a:buClr>
              <a:buSzPts val="1700"/>
              <a:buChar char="■"/>
              <a:defRPr>
                <a:solidFill>
                  <a:schemeClr val="lt1"/>
                </a:solidFill>
              </a:defRPr>
            </a:lvl6pPr>
            <a:lvl7pPr indent="-336550" lvl="6" marL="3200400">
              <a:spcBef>
                <a:spcPts val="0"/>
              </a:spcBef>
              <a:spcAft>
                <a:spcPts val="0"/>
              </a:spcAft>
              <a:buClr>
                <a:schemeClr val="lt1"/>
              </a:buClr>
              <a:buSzPts val="1700"/>
              <a:buChar char="●"/>
              <a:defRPr>
                <a:solidFill>
                  <a:schemeClr val="lt1"/>
                </a:solidFill>
              </a:defRPr>
            </a:lvl7pPr>
            <a:lvl8pPr indent="-336550" lvl="7" marL="3657600">
              <a:spcBef>
                <a:spcPts val="0"/>
              </a:spcBef>
              <a:spcAft>
                <a:spcPts val="0"/>
              </a:spcAft>
              <a:buClr>
                <a:schemeClr val="lt1"/>
              </a:buClr>
              <a:buSzPts val="1700"/>
              <a:buChar char="○"/>
              <a:defRPr>
                <a:solidFill>
                  <a:schemeClr val="lt1"/>
                </a:solidFill>
              </a:defRPr>
            </a:lvl8pPr>
            <a:lvl9pPr indent="-336550" lvl="8" marL="4114800">
              <a:spcBef>
                <a:spcPts val="0"/>
              </a:spcBef>
              <a:spcAft>
                <a:spcPts val="0"/>
              </a:spcAft>
              <a:buClr>
                <a:schemeClr val="lt1"/>
              </a:buClr>
              <a:buSzPts val="1700"/>
              <a:buChar char="■"/>
              <a:defRPr>
                <a:solidFill>
                  <a:schemeClr val="lt1"/>
                </a:solidFill>
              </a:defRPr>
            </a:lvl9pPr>
          </a:lstStyle>
          <a:p/>
        </p:txBody>
      </p:sp>
      <p:sp>
        <p:nvSpPr>
          <p:cNvPr id="2098" name="Google Shape;2098;p72"/>
          <p:cNvSpPr txBox="1"/>
          <p:nvPr>
            <p:ph idx="2"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2099" name="Google Shape;2099;p72"/>
          <p:cNvSpPr txBox="1"/>
          <p:nvPr>
            <p:ph idx="3"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type="titleOnly">
  <p:cSld name="TITLE_ONLY">
    <p:bg>
      <p:bgPr>
        <a:solidFill>
          <a:schemeClr val="lt1"/>
        </a:solidFill>
      </p:bgPr>
    </p:bg>
    <p:spTree>
      <p:nvGrpSpPr>
        <p:cNvPr id="2100" name="Shape 2100"/>
        <p:cNvGrpSpPr/>
        <p:nvPr/>
      </p:nvGrpSpPr>
      <p:grpSpPr>
        <a:xfrm>
          <a:off x="0" y="0"/>
          <a:ext cx="0" cy="0"/>
          <a:chOff x="0" y="0"/>
          <a:chExt cx="0" cy="0"/>
        </a:xfrm>
      </p:grpSpPr>
      <p:sp>
        <p:nvSpPr>
          <p:cNvPr id="2101" name="Google Shape;2101;p73"/>
          <p:cNvSpPr/>
          <p:nvPr>
            <p:ph idx="2" type="pic"/>
          </p:nvPr>
        </p:nvSpPr>
        <p:spPr>
          <a:xfrm rot="299866">
            <a:off x="764484" y="2679783"/>
            <a:ext cx="1938771" cy="1938771"/>
          </a:xfrm>
          <a:prstGeom prst="snip1Rect">
            <a:avLst>
              <a:gd fmla="val 16667" name="adj"/>
            </a:avLst>
          </a:prstGeom>
          <a:noFill/>
          <a:ln>
            <a:noFill/>
          </a:ln>
        </p:spPr>
      </p:sp>
      <p:sp>
        <p:nvSpPr>
          <p:cNvPr id="2102" name="Google Shape;2102;p73"/>
          <p:cNvSpPr/>
          <p:nvPr>
            <p:ph idx="3" type="pic"/>
          </p:nvPr>
        </p:nvSpPr>
        <p:spPr>
          <a:xfrm rot="-299913">
            <a:off x="3602840" y="2620826"/>
            <a:ext cx="1938472" cy="1938472"/>
          </a:xfrm>
          <a:prstGeom prst="snip1Rect">
            <a:avLst>
              <a:gd fmla="val 16667" name="adj"/>
            </a:avLst>
          </a:prstGeom>
          <a:noFill/>
          <a:ln>
            <a:noFill/>
          </a:ln>
        </p:spPr>
      </p:sp>
      <p:sp>
        <p:nvSpPr>
          <p:cNvPr id="2103" name="Google Shape;2103;p73"/>
          <p:cNvSpPr/>
          <p:nvPr>
            <p:ph idx="4" type="pic"/>
          </p:nvPr>
        </p:nvSpPr>
        <p:spPr>
          <a:xfrm rot="299913">
            <a:off x="6440891" y="2679947"/>
            <a:ext cx="1938472" cy="1938472"/>
          </a:xfrm>
          <a:prstGeom prst="snip1Rect">
            <a:avLst>
              <a:gd fmla="val 16667" name="adj"/>
            </a:avLst>
          </a:prstGeom>
          <a:noFill/>
          <a:ln>
            <a:noFill/>
          </a:ln>
        </p:spPr>
      </p:sp>
      <p:sp>
        <p:nvSpPr>
          <p:cNvPr id="2104" name="Google Shape;2104;p73"/>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05" name="Google Shape;2105;p73"/>
          <p:cNvSpPr txBox="1"/>
          <p:nvPr>
            <p:ph idx="1" type="subTitle"/>
          </p:nvPr>
        </p:nvSpPr>
        <p:spPr>
          <a:xfrm>
            <a:off x="381063" y="1182922"/>
            <a:ext cx="27054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2106" name="Google Shape;2106;p73"/>
          <p:cNvSpPr txBox="1"/>
          <p:nvPr>
            <p:ph idx="5" type="body"/>
          </p:nvPr>
        </p:nvSpPr>
        <p:spPr>
          <a:xfrm>
            <a:off x="381063" y="1521625"/>
            <a:ext cx="27054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107" name="Google Shape;2107;p73"/>
          <p:cNvSpPr txBox="1"/>
          <p:nvPr>
            <p:ph idx="6" type="subTitle"/>
          </p:nvPr>
        </p:nvSpPr>
        <p:spPr>
          <a:xfrm>
            <a:off x="3219300" y="1182922"/>
            <a:ext cx="27054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2108" name="Google Shape;2108;p73"/>
          <p:cNvSpPr txBox="1"/>
          <p:nvPr>
            <p:ph idx="7" type="body"/>
          </p:nvPr>
        </p:nvSpPr>
        <p:spPr>
          <a:xfrm>
            <a:off x="3219300" y="1521625"/>
            <a:ext cx="27054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109" name="Google Shape;2109;p73"/>
          <p:cNvSpPr txBox="1"/>
          <p:nvPr>
            <p:ph idx="8" type="subTitle"/>
          </p:nvPr>
        </p:nvSpPr>
        <p:spPr>
          <a:xfrm>
            <a:off x="6057538" y="1182922"/>
            <a:ext cx="27054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2110" name="Google Shape;2110;p73"/>
          <p:cNvSpPr txBox="1"/>
          <p:nvPr>
            <p:ph idx="9" type="body"/>
          </p:nvPr>
        </p:nvSpPr>
        <p:spPr>
          <a:xfrm>
            <a:off x="6057538" y="1521625"/>
            <a:ext cx="27054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2111" name="Google Shape;2111;p73"/>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12" name="Google Shape;2112;p73"/>
          <p:cNvSpPr txBox="1"/>
          <p:nvPr>
            <p:ph idx="1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113" name="Google Shape;2113;p73"/>
          <p:cNvSpPr txBox="1"/>
          <p:nvPr>
            <p:ph idx="1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1">
  <p:cSld name="ONE_COLUMN_TEXT">
    <p:bg>
      <p:bgPr>
        <a:solidFill>
          <a:schemeClr val="lt1"/>
        </a:solidFill>
      </p:bgPr>
    </p:bg>
    <p:spTree>
      <p:nvGrpSpPr>
        <p:cNvPr id="2114" name="Shape 2114"/>
        <p:cNvGrpSpPr/>
        <p:nvPr/>
      </p:nvGrpSpPr>
      <p:grpSpPr>
        <a:xfrm>
          <a:off x="0" y="0"/>
          <a:ext cx="0" cy="0"/>
          <a:chOff x="0" y="0"/>
          <a:chExt cx="0" cy="0"/>
        </a:xfrm>
      </p:grpSpPr>
      <p:sp>
        <p:nvSpPr>
          <p:cNvPr id="2115" name="Google Shape;2115;p74"/>
          <p:cNvSpPr/>
          <p:nvPr>
            <p:ph idx="2" type="pic"/>
          </p:nvPr>
        </p:nvSpPr>
        <p:spPr>
          <a:xfrm>
            <a:off x="434125" y="2147825"/>
            <a:ext cx="8275200" cy="2679300"/>
          </a:xfrm>
          <a:prstGeom prst="snip1Rect">
            <a:avLst>
              <a:gd fmla="val 29467" name="adj"/>
            </a:avLst>
          </a:prstGeom>
          <a:noFill/>
          <a:ln>
            <a:noFill/>
          </a:ln>
        </p:spPr>
      </p:sp>
      <p:sp>
        <p:nvSpPr>
          <p:cNvPr id="2116" name="Google Shape;2116;p74"/>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17" name="Google Shape;2117;p74"/>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18" name="Google Shape;2118;p74"/>
          <p:cNvSpPr txBox="1"/>
          <p:nvPr>
            <p:ph idx="1" type="body"/>
          </p:nvPr>
        </p:nvSpPr>
        <p:spPr>
          <a:xfrm>
            <a:off x="333925" y="1163150"/>
            <a:ext cx="8475600" cy="7080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2119" name="Google Shape;2119;p74"/>
          <p:cNvSpPr txBox="1"/>
          <p:nvPr>
            <p:ph idx="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120" name="Google Shape;2120;p74"/>
          <p:cNvSpPr txBox="1"/>
          <p:nvPr>
            <p:ph idx="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extLst>
    <p:ext uri="{DCECCB84-F9BA-43D5-87BE-67443E8EF086}">
      <p15:sldGuideLst>
        <p15:guide id="1" pos="273">
          <p15:clr>
            <a:srgbClr val="E46962"/>
          </p15:clr>
        </p15:guide>
      </p15:sldGuideLst>
    </p:ext>
  </p:extLs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active pop-up left">
  <p:cSld name="ONE_COLUMN_TEXT_1">
    <p:bg>
      <p:bgPr>
        <a:solidFill>
          <a:schemeClr val="lt1"/>
        </a:solidFill>
      </p:bgPr>
    </p:bg>
    <p:spTree>
      <p:nvGrpSpPr>
        <p:cNvPr id="2121" name="Shape 2121"/>
        <p:cNvGrpSpPr/>
        <p:nvPr/>
      </p:nvGrpSpPr>
      <p:grpSpPr>
        <a:xfrm>
          <a:off x="0" y="0"/>
          <a:ext cx="0" cy="0"/>
          <a:chOff x="0" y="0"/>
          <a:chExt cx="0" cy="0"/>
        </a:xfrm>
      </p:grpSpPr>
      <p:grpSp>
        <p:nvGrpSpPr>
          <p:cNvPr id="2122" name="Google Shape;2122;p75"/>
          <p:cNvGrpSpPr/>
          <p:nvPr/>
        </p:nvGrpSpPr>
        <p:grpSpPr>
          <a:xfrm>
            <a:off x="433788" y="1202208"/>
            <a:ext cx="2632899" cy="904617"/>
            <a:chOff x="433788" y="1202208"/>
            <a:chExt cx="2632899" cy="904617"/>
          </a:xfrm>
        </p:grpSpPr>
        <p:sp>
          <p:nvSpPr>
            <p:cNvPr id="2123" name="Google Shape;2123;p75"/>
            <p:cNvSpPr/>
            <p:nvPr/>
          </p:nvSpPr>
          <p:spPr>
            <a:xfrm>
              <a:off x="433788" y="1202325"/>
              <a:ext cx="2632800" cy="904500"/>
            </a:xfrm>
            <a:prstGeom prst="snip1Rect">
              <a:avLst>
                <a:gd fmla="val 35102"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sp>
          <p:nvSpPr>
            <p:cNvPr id="2124" name="Google Shape;2124;p75"/>
            <p:cNvSpPr/>
            <p:nvPr/>
          </p:nvSpPr>
          <p:spPr>
            <a:xfrm rot="-6523">
              <a:off x="2750486" y="1202508"/>
              <a:ext cx="316201" cy="318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a:ea typeface="Inter Tight"/>
                  <a:cs typeface="Inter Tight"/>
                  <a:sym typeface="Inter Tight"/>
                </a:rPr>
                <a:t> </a:t>
              </a:r>
              <a:endParaRPr>
                <a:solidFill>
                  <a:schemeClr val="lt2"/>
                </a:solidFill>
                <a:latin typeface="Inter Tight"/>
                <a:ea typeface="Inter Tight"/>
                <a:cs typeface="Inter Tight"/>
                <a:sym typeface="Inter Tight"/>
              </a:endParaRPr>
            </a:p>
          </p:txBody>
        </p:sp>
      </p:grpSp>
      <p:sp>
        <p:nvSpPr>
          <p:cNvPr id="2125" name="Google Shape;2125;p75"/>
          <p:cNvSpPr txBox="1"/>
          <p:nvPr>
            <p:ph idx="1" type="subTitle"/>
          </p:nvPr>
        </p:nvSpPr>
        <p:spPr>
          <a:xfrm>
            <a:off x="437000" y="1202200"/>
            <a:ext cx="2322900" cy="354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1pPr>
            <a:lvl2pPr lvl="1">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2pPr>
            <a:lvl3pPr lvl="2">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3pPr>
            <a:lvl4pPr lvl="3">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4pPr>
            <a:lvl5pPr lvl="4">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5pPr>
            <a:lvl6pPr lvl="5">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6pPr>
            <a:lvl7pPr lvl="6">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7pPr>
            <a:lvl8pPr lvl="7">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8pPr>
            <a:lvl9pPr lvl="8">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9pPr>
          </a:lstStyle>
          <a:p/>
        </p:txBody>
      </p:sp>
      <p:sp>
        <p:nvSpPr>
          <p:cNvPr id="2126" name="Google Shape;2126;p75"/>
          <p:cNvSpPr txBox="1"/>
          <p:nvPr>
            <p:ph idx="2" type="body"/>
          </p:nvPr>
        </p:nvSpPr>
        <p:spPr>
          <a:xfrm>
            <a:off x="437000" y="1460325"/>
            <a:ext cx="26328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2127" name="Google Shape;2127;p75"/>
          <p:cNvSpPr/>
          <p:nvPr>
            <p:ph idx="3" type="pic"/>
          </p:nvPr>
        </p:nvSpPr>
        <p:spPr>
          <a:xfrm>
            <a:off x="434125" y="2147825"/>
            <a:ext cx="8275200" cy="2679300"/>
          </a:xfrm>
          <a:prstGeom prst="snip1Rect">
            <a:avLst>
              <a:gd fmla="val 29467" name="adj"/>
            </a:avLst>
          </a:prstGeom>
          <a:noFill/>
          <a:ln>
            <a:noFill/>
          </a:ln>
        </p:spPr>
      </p:sp>
      <p:sp>
        <p:nvSpPr>
          <p:cNvPr id="2128" name="Google Shape;2128;p75"/>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29" name="Google Shape;2129;p75"/>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30" name="Google Shape;2130;p75"/>
          <p:cNvSpPr txBox="1"/>
          <p:nvPr>
            <p:ph idx="4"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131" name="Google Shape;2131;p75"/>
          <p:cNvSpPr txBox="1"/>
          <p:nvPr>
            <p:ph idx="5"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extLst>
    <p:ext uri="{DCECCB84-F9BA-43D5-87BE-67443E8EF086}">
      <p15:sldGuideLst>
        <p15:guide id="1" pos="273">
          <p15:clr>
            <a:srgbClr val="E46962"/>
          </p15:clr>
        </p15:guide>
        <p15:guide id="2" orient="horz" pos="1353">
          <p15:clr>
            <a:srgbClr val="E46962"/>
          </p15:clr>
        </p15:guide>
      </p15:sldGuideLst>
    </p:ext>
  </p:extLst>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active pop-up middle">
  <p:cSld name="ONE_COLUMN_TEXT_1_2">
    <p:bg>
      <p:bgPr>
        <a:solidFill>
          <a:schemeClr val="lt1"/>
        </a:solidFill>
      </p:bgPr>
    </p:bg>
    <p:spTree>
      <p:nvGrpSpPr>
        <p:cNvPr id="2132" name="Shape 2132"/>
        <p:cNvGrpSpPr/>
        <p:nvPr/>
      </p:nvGrpSpPr>
      <p:grpSpPr>
        <a:xfrm>
          <a:off x="0" y="0"/>
          <a:ext cx="0" cy="0"/>
          <a:chOff x="0" y="0"/>
          <a:chExt cx="0" cy="0"/>
        </a:xfrm>
      </p:grpSpPr>
      <p:grpSp>
        <p:nvGrpSpPr>
          <p:cNvPr id="2133" name="Google Shape;2133;p76"/>
          <p:cNvGrpSpPr/>
          <p:nvPr/>
        </p:nvGrpSpPr>
        <p:grpSpPr>
          <a:xfrm>
            <a:off x="3253950" y="1202208"/>
            <a:ext cx="2632899" cy="904617"/>
            <a:chOff x="3253950" y="1202208"/>
            <a:chExt cx="2632899" cy="904617"/>
          </a:xfrm>
        </p:grpSpPr>
        <p:sp>
          <p:nvSpPr>
            <p:cNvPr id="2134" name="Google Shape;2134;p76"/>
            <p:cNvSpPr/>
            <p:nvPr/>
          </p:nvSpPr>
          <p:spPr>
            <a:xfrm>
              <a:off x="3253950" y="1202325"/>
              <a:ext cx="2632800" cy="904500"/>
            </a:xfrm>
            <a:prstGeom prst="snip1Rect">
              <a:avLst>
                <a:gd fmla="val 35102"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2135" name="Google Shape;2135;p76"/>
            <p:cNvSpPr/>
            <p:nvPr/>
          </p:nvSpPr>
          <p:spPr>
            <a:xfrm rot="-6523">
              <a:off x="5570649" y="1202508"/>
              <a:ext cx="316201" cy="318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a:ea typeface="Inter Tight"/>
                  <a:cs typeface="Inter Tight"/>
                  <a:sym typeface="Inter Tight"/>
                </a:rPr>
                <a:t> </a:t>
              </a:r>
              <a:endParaRPr>
                <a:solidFill>
                  <a:schemeClr val="lt2"/>
                </a:solidFill>
                <a:latin typeface="Inter Tight"/>
                <a:ea typeface="Inter Tight"/>
                <a:cs typeface="Inter Tight"/>
                <a:sym typeface="Inter Tight"/>
              </a:endParaRPr>
            </a:p>
          </p:txBody>
        </p:sp>
      </p:grpSp>
      <p:sp>
        <p:nvSpPr>
          <p:cNvPr id="2136" name="Google Shape;2136;p76"/>
          <p:cNvSpPr txBox="1"/>
          <p:nvPr>
            <p:ph idx="1" type="subTitle"/>
          </p:nvPr>
        </p:nvSpPr>
        <p:spPr>
          <a:xfrm>
            <a:off x="3257163" y="1202200"/>
            <a:ext cx="2322900" cy="354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1pPr>
            <a:lvl2pPr lvl="1">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2pPr>
            <a:lvl3pPr lvl="2">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3pPr>
            <a:lvl4pPr lvl="3">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4pPr>
            <a:lvl5pPr lvl="4">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5pPr>
            <a:lvl6pPr lvl="5">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6pPr>
            <a:lvl7pPr lvl="6">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7pPr>
            <a:lvl8pPr lvl="7">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8pPr>
            <a:lvl9pPr lvl="8">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9pPr>
          </a:lstStyle>
          <a:p/>
        </p:txBody>
      </p:sp>
      <p:sp>
        <p:nvSpPr>
          <p:cNvPr id="2137" name="Google Shape;2137;p76"/>
          <p:cNvSpPr txBox="1"/>
          <p:nvPr>
            <p:ph idx="2" type="body"/>
          </p:nvPr>
        </p:nvSpPr>
        <p:spPr>
          <a:xfrm>
            <a:off x="3257163" y="1460325"/>
            <a:ext cx="26328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2138" name="Google Shape;2138;p76"/>
          <p:cNvSpPr/>
          <p:nvPr>
            <p:ph idx="3" type="pic"/>
          </p:nvPr>
        </p:nvSpPr>
        <p:spPr>
          <a:xfrm>
            <a:off x="434125" y="2147825"/>
            <a:ext cx="8275200" cy="2679300"/>
          </a:xfrm>
          <a:prstGeom prst="snip1Rect">
            <a:avLst>
              <a:gd fmla="val 29467" name="adj"/>
            </a:avLst>
          </a:prstGeom>
          <a:noFill/>
          <a:ln>
            <a:noFill/>
          </a:ln>
        </p:spPr>
      </p:sp>
      <p:sp>
        <p:nvSpPr>
          <p:cNvPr id="2139" name="Google Shape;2139;p76"/>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40" name="Google Shape;2140;p76"/>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41" name="Google Shape;2141;p76"/>
          <p:cNvSpPr txBox="1"/>
          <p:nvPr>
            <p:ph idx="4"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142" name="Google Shape;2142;p76"/>
          <p:cNvSpPr txBox="1"/>
          <p:nvPr>
            <p:ph idx="5"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active pop-up right, long text">
  <p:cSld name="ONE_COLUMN_TEXT_1_1">
    <p:bg>
      <p:bgPr>
        <a:solidFill>
          <a:schemeClr val="lt1"/>
        </a:solidFill>
      </p:bgPr>
    </p:bg>
    <p:spTree>
      <p:nvGrpSpPr>
        <p:cNvPr id="2143" name="Shape 2143"/>
        <p:cNvGrpSpPr/>
        <p:nvPr/>
      </p:nvGrpSpPr>
      <p:grpSpPr>
        <a:xfrm>
          <a:off x="0" y="0"/>
          <a:ext cx="0" cy="0"/>
          <a:chOff x="0" y="0"/>
          <a:chExt cx="0" cy="0"/>
        </a:xfrm>
      </p:grpSpPr>
      <p:sp>
        <p:nvSpPr>
          <p:cNvPr id="2144" name="Google Shape;2144;p77"/>
          <p:cNvSpPr/>
          <p:nvPr/>
        </p:nvSpPr>
        <p:spPr>
          <a:xfrm>
            <a:off x="3253825" y="1202325"/>
            <a:ext cx="5453100" cy="904500"/>
          </a:xfrm>
          <a:prstGeom prst="snip1Rect">
            <a:avLst>
              <a:gd fmla="val 35019"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sp>
        <p:nvSpPr>
          <p:cNvPr id="2145" name="Google Shape;2145;p77"/>
          <p:cNvSpPr txBox="1"/>
          <p:nvPr>
            <p:ph idx="1" type="subTitle"/>
          </p:nvPr>
        </p:nvSpPr>
        <p:spPr>
          <a:xfrm>
            <a:off x="3253950" y="1202200"/>
            <a:ext cx="5136900" cy="354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1pPr>
            <a:lvl2pPr lvl="1">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2pPr>
            <a:lvl3pPr lvl="2">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3pPr>
            <a:lvl4pPr lvl="3">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4pPr>
            <a:lvl5pPr lvl="4">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5pPr>
            <a:lvl6pPr lvl="5">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6pPr>
            <a:lvl7pPr lvl="6">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7pPr>
            <a:lvl8pPr lvl="7">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8pPr>
            <a:lvl9pPr lvl="8">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9pPr>
          </a:lstStyle>
          <a:p/>
        </p:txBody>
      </p:sp>
      <p:sp>
        <p:nvSpPr>
          <p:cNvPr id="2146" name="Google Shape;2146;p77"/>
          <p:cNvSpPr/>
          <p:nvPr>
            <p:ph idx="2" type="pic"/>
          </p:nvPr>
        </p:nvSpPr>
        <p:spPr>
          <a:xfrm>
            <a:off x="434125" y="2147825"/>
            <a:ext cx="8275200" cy="2679300"/>
          </a:xfrm>
          <a:prstGeom prst="snip1Rect">
            <a:avLst>
              <a:gd fmla="val 29467" name="adj"/>
            </a:avLst>
          </a:prstGeom>
          <a:noFill/>
          <a:ln>
            <a:noFill/>
          </a:ln>
        </p:spPr>
      </p:sp>
      <p:sp>
        <p:nvSpPr>
          <p:cNvPr id="2147" name="Google Shape;2147;p77"/>
          <p:cNvSpPr txBox="1"/>
          <p:nvPr>
            <p:ph idx="3" type="body"/>
          </p:nvPr>
        </p:nvSpPr>
        <p:spPr>
          <a:xfrm>
            <a:off x="3253950" y="1460325"/>
            <a:ext cx="5453100" cy="6465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2148" name="Google Shape;2148;p77"/>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49" name="Google Shape;2149;p77"/>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50" name="Google Shape;2150;p77"/>
          <p:cNvSpPr txBox="1"/>
          <p:nvPr>
            <p:ph idx="4"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151" name="Google Shape;2151;p77"/>
          <p:cNvSpPr txBox="1"/>
          <p:nvPr>
            <p:ph idx="5"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152" name="Google Shape;2152;p77"/>
          <p:cNvSpPr/>
          <p:nvPr/>
        </p:nvSpPr>
        <p:spPr>
          <a:xfrm rot="-6523">
            <a:off x="8390811" y="1202508"/>
            <a:ext cx="316201" cy="318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Inter Tight"/>
                <a:ea typeface="Inter Tight"/>
                <a:cs typeface="Inter Tight"/>
                <a:sym typeface="Inter Tight"/>
              </a:rPr>
              <a:t> </a:t>
            </a:r>
            <a:endParaRPr>
              <a:solidFill>
                <a:schemeClr val="dk1"/>
              </a:solidFill>
              <a:latin typeface="Inter Tight"/>
              <a:ea typeface="Inter Tight"/>
              <a:cs typeface="Inter Tight"/>
              <a:sym typeface="Inter Tight"/>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CUSTOM">
    <p:bg>
      <p:bgPr>
        <a:solidFill>
          <a:schemeClr val="lt1"/>
        </a:solidFill>
      </p:bgPr>
    </p:bg>
    <p:spTree>
      <p:nvGrpSpPr>
        <p:cNvPr id="2153" name="Shape 2153"/>
        <p:cNvGrpSpPr/>
        <p:nvPr/>
      </p:nvGrpSpPr>
      <p:grpSpPr>
        <a:xfrm>
          <a:off x="0" y="0"/>
          <a:ext cx="0" cy="0"/>
          <a:chOff x="0" y="0"/>
          <a:chExt cx="0" cy="0"/>
        </a:xfrm>
      </p:grpSpPr>
      <p:grpSp>
        <p:nvGrpSpPr>
          <p:cNvPr id="2154" name="Google Shape;2154;p78"/>
          <p:cNvGrpSpPr/>
          <p:nvPr/>
        </p:nvGrpSpPr>
        <p:grpSpPr>
          <a:xfrm>
            <a:off x="0" y="-444900"/>
            <a:ext cx="9144000" cy="5588500"/>
            <a:chOff x="0" y="-444900"/>
            <a:chExt cx="9144000" cy="5588500"/>
          </a:xfrm>
        </p:grpSpPr>
        <p:grpSp>
          <p:nvGrpSpPr>
            <p:cNvPr id="2155" name="Google Shape;2155;p78"/>
            <p:cNvGrpSpPr/>
            <p:nvPr/>
          </p:nvGrpSpPr>
          <p:grpSpPr>
            <a:xfrm>
              <a:off x="0" y="100"/>
              <a:ext cx="9144000" cy="5143500"/>
              <a:chOff x="0" y="100"/>
              <a:chExt cx="9144000" cy="5143500"/>
            </a:xfrm>
          </p:grpSpPr>
          <p:sp>
            <p:nvSpPr>
              <p:cNvPr id="2156" name="Google Shape;2156;p78"/>
              <p:cNvSpPr/>
              <p:nvPr/>
            </p:nvSpPr>
            <p:spPr>
              <a:xfrm>
                <a:off x="0" y="100"/>
                <a:ext cx="9144000" cy="5143500"/>
              </a:xfrm>
              <a:prstGeom prst="snip1Rect">
                <a:avLst>
                  <a:gd fmla="val 40868"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sp>
            <p:nvSpPr>
              <p:cNvPr id="2157" name="Google Shape;2157;p78"/>
              <p:cNvSpPr/>
              <p:nvPr/>
            </p:nvSpPr>
            <p:spPr>
              <a:xfrm rot="10800000">
                <a:off x="7036475" y="1219850"/>
                <a:ext cx="2107500" cy="1861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a:ea typeface="Inter Tight"/>
                  <a:cs typeface="Inter Tight"/>
                  <a:sym typeface="Inter Tight"/>
                </a:endParaRPr>
              </a:p>
            </p:txBody>
          </p:sp>
        </p:grpSp>
        <p:sp>
          <p:nvSpPr>
            <p:cNvPr id="2158" name="Google Shape;2158;p78"/>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2159" name="Google Shape;2159;p78"/>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60" name="Google Shape;2160;p78"/>
          <p:cNvSpPr txBox="1"/>
          <p:nvPr>
            <p:ph type="title"/>
          </p:nvPr>
        </p:nvSpPr>
        <p:spPr>
          <a:xfrm>
            <a:off x="2479675" y="1637413"/>
            <a:ext cx="4184700" cy="572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161" name="Google Shape;2161;p78"/>
          <p:cNvSpPr txBox="1"/>
          <p:nvPr>
            <p:ph idx="1" type="body"/>
          </p:nvPr>
        </p:nvSpPr>
        <p:spPr>
          <a:xfrm>
            <a:off x="2479675" y="2291377"/>
            <a:ext cx="4184700" cy="22881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Clr>
                <a:schemeClr val="lt1"/>
              </a:buClr>
              <a:buSzPts val="1700"/>
              <a:buChar char="●"/>
              <a:defRPr>
                <a:solidFill>
                  <a:schemeClr val="lt1"/>
                </a:solidFill>
              </a:defRPr>
            </a:lvl1pPr>
            <a:lvl2pPr indent="-336550" lvl="1" marL="914400">
              <a:spcBef>
                <a:spcPts val="0"/>
              </a:spcBef>
              <a:spcAft>
                <a:spcPts val="0"/>
              </a:spcAft>
              <a:buClr>
                <a:schemeClr val="lt1"/>
              </a:buClr>
              <a:buSzPts val="1700"/>
              <a:buChar char="○"/>
              <a:defRPr>
                <a:solidFill>
                  <a:schemeClr val="lt1"/>
                </a:solidFill>
              </a:defRPr>
            </a:lvl2pPr>
            <a:lvl3pPr indent="-336550" lvl="2" marL="1371600">
              <a:spcBef>
                <a:spcPts val="0"/>
              </a:spcBef>
              <a:spcAft>
                <a:spcPts val="0"/>
              </a:spcAft>
              <a:buClr>
                <a:schemeClr val="lt1"/>
              </a:buClr>
              <a:buSzPts val="1700"/>
              <a:buChar char="■"/>
              <a:defRPr>
                <a:solidFill>
                  <a:schemeClr val="lt1"/>
                </a:solidFill>
              </a:defRPr>
            </a:lvl3pPr>
            <a:lvl4pPr indent="-336550" lvl="3" marL="1828800">
              <a:spcBef>
                <a:spcPts val="0"/>
              </a:spcBef>
              <a:spcAft>
                <a:spcPts val="0"/>
              </a:spcAft>
              <a:buClr>
                <a:schemeClr val="lt1"/>
              </a:buClr>
              <a:buSzPts val="1700"/>
              <a:buChar char="●"/>
              <a:defRPr>
                <a:solidFill>
                  <a:schemeClr val="lt1"/>
                </a:solidFill>
              </a:defRPr>
            </a:lvl4pPr>
            <a:lvl5pPr indent="-336550" lvl="4" marL="2286000">
              <a:spcBef>
                <a:spcPts val="0"/>
              </a:spcBef>
              <a:spcAft>
                <a:spcPts val="0"/>
              </a:spcAft>
              <a:buClr>
                <a:schemeClr val="lt1"/>
              </a:buClr>
              <a:buSzPts val="1700"/>
              <a:buChar char="○"/>
              <a:defRPr>
                <a:solidFill>
                  <a:schemeClr val="lt1"/>
                </a:solidFill>
              </a:defRPr>
            </a:lvl5pPr>
            <a:lvl6pPr indent="-336550" lvl="5" marL="2743200">
              <a:spcBef>
                <a:spcPts val="0"/>
              </a:spcBef>
              <a:spcAft>
                <a:spcPts val="0"/>
              </a:spcAft>
              <a:buClr>
                <a:schemeClr val="lt1"/>
              </a:buClr>
              <a:buSzPts val="1700"/>
              <a:buChar char="■"/>
              <a:defRPr>
                <a:solidFill>
                  <a:schemeClr val="lt1"/>
                </a:solidFill>
              </a:defRPr>
            </a:lvl6pPr>
            <a:lvl7pPr indent="-336550" lvl="6" marL="3200400">
              <a:spcBef>
                <a:spcPts val="0"/>
              </a:spcBef>
              <a:spcAft>
                <a:spcPts val="0"/>
              </a:spcAft>
              <a:buClr>
                <a:schemeClr val="lt1"/>
              </a:buClr>
              <a:buSzPts val="1700"/>
              <a:buChar char="●"/>
              <a:defRPr>
                <a:solidFill>
                  <a:schemeClr val="lt1"/>
                </a:solidFill>
              </a:defRPr>
            </a:lvl7pPr>
            <a:lvl8pPr indent="-336550" lvl="7" marL="3657600">
              <a:spcBef>
                <a:spcPts val="0"/>
              </a:spcBef>
              <a:spcAft>
                <a:spcPts val="0"/>
              </a:spcAft>
              <a:buClr>
                <a:schemeClr val="lt1"/>
              </a:buClr>
              <a:buSzPts val="1700"/>
              <a:buChar char="○"/>
              <a:defRPr>
                <a:solidFill>
                  <a:schemeClr val="lt1"/>
                </a:solidFill>
              </a:defRPr>
            </a:lvl8pPr>
            <a:lvl9pPr indent="-336550" lvl="8" marL="4114800">
              <a:spcBef>
                <a:spcPts val="0"/>
              </a:spcBef>
              <a:spcAft>
                <a:spcPts val="0"/>
              </a:spcAft>
              <a:buClr>
                <a:schemeClr val="lt1"/>
              </a:buClr>
              <a:buSzPts val="1700"/>
              <a:buChar char="■"/>
              <a:defRPr>
                <a:solidFill>
                  <a:schemeClr val="lt1"/>
                </a:solidFill>
              </a:defRPr>
            </a:lvl9pPr>
          </a:lstStyle>
          <a:p/>
        </p:txBody>
      </p:sp>
      <p:sp>
        <p:nvSpPr>
          <p:cNvPr id="2162" name="Google Shape;2162;p78"/>
          <p:cNvSpPr txBox="1"/>
          <p:nvPr>
            <p:ph idx="2"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2163" name="Google Shape;2163;p78"/>
          <p:cNvSpPr txBox="1"/>
          <p:nvPr>
            <p:ph idx="3"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2">
  <p:cSld name="MAIN_POINT">
    <p:bg>
      <p:bgPr>
        <a:solidFill>
          <a:schemeClr val="lt1"/>
        </a:solidFill>
      </p:bgPr>
    </p:bg>
    <p:spTree>
      <p:nvGrpSpPr>
        <p:cNvPr id="2164" name="Shape 2164"/>
        <p:cNvGrpSpPr/>
        <p:nvPr/>
      </p:nvGrpSpPr>
      <p:grpSpPr>
        <a:xfrm>
          <a:off x="0" y="0"/>
          <a:ext cx="0" cy="0"/>
          <a:chOff x="0" y="0"/>
          <a:chExt cx="0" cy="0"/>
        </a:xfrm>
      </p:grpSpPr>
      <p:sp>
        <p:nvSpPr>
          <p:cNvPr id="2165" name="Google Shape;2165;p79"/>
          <p:cNvSpPr/>
          <p:nvPr>
            <p:ph idx="2" type="pic"/>
          </p:nvPr>
        </p:nvSpPr>
        <p:spPr>
          <a:xfrm rot="300107">
            <a:off x="4903200" y="846465"/>
            <a:ext cx="3950142" cy="3456249"/>
          </a:xfrm>
          <a:prstGeom prst="snip1Rect">
            <a:avLst>
              <a:gd fmla="val 16667" name="adj"/>
            </a:avLst>
          </a:prstGeom>
          <a:noFill/>
          <a:ln>
            <a:noFill/>
          </a:ln>
        </p:spPr>
      </p:sp>
      <p:sp>
        <p:nvSpPr>
          <p:cNvPr id="2166" name="Google Shape;2166;p79"/>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67" name="Google Shape;2167;p79"/>
          <p:cNvSpPr txBox="1"/>
          <p:nvPr>
            <p:ph type="title"/>
          </p:nvPr>
        </p:nvSpPr>
        <p:spPr>
          <a:xfrm>
            <a:off x="333925" y="1249533"/>
            <a:ext cx="3662100" cy="9606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68" name="Google Shape;2168;p79"/>
          <p:cNvSpPr txBox="1"/>
          <p:nvPr>
            <p:ph idx="1" type="body"/>
          </p:nvPr>
        </p:nvSpPr>
        <p:spPr>
          <a:xfrm>
            <a:off x="333925" y="2291390"/>
            <a:ext cx="3662100" cy="14931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2169" name="Google Shape;2169;p79"/>
          <p:cNvSpPr txBox="1"/>
          <p:nvPr>
            <p:ph idx="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170" name="Google Shape;2170;p79"/>
          <p:cNvSpPr txBox="1"/>
          <p:nvPr>
            <p:ph idx="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3">
  <p:cSld name="MAIN_POINT_1">
    <p:bg>
      <p:bgPr>
        <a:solidFill>
          <a:schemeClr val="lt1"/>
        </a:solidFill>
      </p:bgPr>
    </p:bg>
    <p:spTree>
      <p:nvGrpSpPr>
        <p:cNvPr id="2171" name="Shape 2171"/>
        <p:cNvGrpSpPr/>
        <p:nvPr/>
      </p:nvGrpSpPr>
      <p:grpSpPr>
        <a:xfrm>
          <a:off x="0" y="0"/>
          <a:ext cx="0" cy="0"/>
          <a:chOff x="0" y="0"/>
          <a:chExt cx="0" cy="0"/>
        </a:xfrm>
      </p:grpSpPr>
      <p:sp>
        <p:nvSpPr>
          <p:cNvPr id="2172" name="Google Shape;2172;p80"/>
          <p:cNvSpPr/>
          <p:nvPr>
            <p:ph idx="2" type="pic"/>
          </p:nvPr>
        </p:nvSpPr>
        <p:spPr>
          <a:xfrm rot="-300067">
            <a:off x="550589" y="883785"/>
            <a:ext cx="3630622" cy="3658027"/>
          </a:xfrm>
          <a:prstGeom prst="snip1Rect">
            <a:avLst>
              <a:gd fmla="val 16667" name="adj"/>
            </a:avLst>
          </a:prstGeom>
          <a:noFill/>
          <a:ln>
            <a:noFill/>
          </a:ln>
        </p:spPr>
      </p:sp>
      <p:sp>
        <p:nvSpPr>
          <p:cNvPr id="2173" name="Google Shape;2173;p80"/>
          <p:cNvSpPr txBox="1"/>
          <p:nvPr>
            <p:ph idx="12" type="sldNum"/>
          </p:nvPr>
        </p:nvSpPr>
        <p:spPr>
          <a:xfrm>
            <a:off x="8318025" y="205550"/>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74" name="Google Shape;2174;p80"/>
          <p:cNvSpPr txBox="1"/>
          <p:nvPr>
            <p:ph type="title"/>
          </p:nvPr>
        </p:nvSpPr>
        <p:spPr>
          <a:xfrm>
            <a:off x="5204625" y="1249533"/>
            <a:ext cx="3662100" cy="9606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75" name="Google Shape;2175;p80"/>
          <p:cNvSpPr txBox="1"/>
          <p:nvPr>
            <p:ph idx="1" type="body"/>
          </p:nvPr>
        </p:nvSpPr>
        <p:spPr>
          <a:xfrm>
            <a:off x="5204625" y="2291390"/>
            <a:ext cx="3662100" cy="1493100"/>
          </a:xfrm>
          <a:prstGeom prst="rect">
            <a:avLst/>
          </a:prstGeom>
        </p:spPr>
        <p:txBody>
          <a:bodyPr anchorCtr="0" anchor="t" bIns="91425" lIns="91425" spcFirstLastPara="1" rIns="91425" wrap="square" tIns="91425">
            <a:spAutoFit/>
          </a:bodyPr>
          <a:lstStyle>
            <a:lvl1pPr indent="-336550" lvl="0" marL="457200">
              <a:spcBef>
                <a:spcPts val="0"/>
              </a:spcBef>
              <a:spcAft>
                <a:spcPts val="0"/>
              </a:spcAft>
              <a:buSzPts val="17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2176" name="Google Shape;2176;p80"/>
          <p:cNvSpPr txBox="1"/>
          <p:nvPr>
            <p:ph idx="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177" name="Google Shape;2177;p80"/>
          <p:cNvSpPr txBox="1"/>
          <p:nvPr>
            <p:ph idx="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 and descriptions">
  <p:cSld name="SECTION_TITLE_AND_DESCRIPTION">
    <p:bg>
      <p:bgPr>
        <a:solidFill>
          <a:schemeClr val="lt1"/>
        </a:solidFill>
      </p:bgPr>
    </p:bg>
    <p:spTree>
      <p:nvGrpSpPr>
        <p:cNvPr id="2178" name="Shape 2178"/>
        <p:cNvGrpSpPr/>
        <p:nvPr/>
      </p:nvGrpSpPr>
      <p:grpSpPr>
        <a:xfrm>
          <a:off x="0" y="0"/>
          <a:ext cx="0" cy="0"/>
          <a:chOff x="0" y="0"/>
          <a:chExt cx="0" cy="0"/>
        </a:xfrm>
      </p:grpSpPr>
      <p:sp>
        <p:nvSpPr>
          <p:cNvPr id="2179" name="Google Shape;2179;p81"/>
          <p:cNvSpPr/>
          <p:nvPr>
            <p:ph idx="2" type="pic"/>
          </p:nvPr>
        </p:nvSpPr>
        <p:spPr>
          <a:xfrm>
            <a:off x="3544863" y="1543050"/>
            <a:ext cx="2057400" cy="2057400"/>
          </a:xfrm>
          <a:prstGeom prst="snip1Rect">
            <a:avLst>
              <a:gd fmla="val 24426" name="adj"/>
            </a:avLst>
          </a:prstGeom>
          <a:noFill/>
          <a:ln>
            <a:noFill/>
          </a:ln>
        </p:spPr>
      </p:sp>
      <p:sp>
        <p:nvSpPr>
          <p:cNvPr id="2180" name="Google Shape;2180;p81"/>
          <p:cNvSpPr/>
          <p:nvPr>
            <p:ph idx="3" type="pic"/>
          </p:nvPr>
        </p:nvSpPr>
        <p:spPr>
          <a:xfrm>
            <a:off x="6658538" y="1543050"/>
            <a:ext cx="2057400" cy="2057400"/>
          </a:xfrm>
          <a:prstGeom prst="snip1Rect">
            <a:avLst>
              <a:gd fmla="val 24426" name="adj"/>
            </a:avLst>
          </a:prstGeom>
          <a:noFill/>
          <a:ln>
            <a:noFill/>
          </a:ln>
        </p:spPr>
      </p:sp>
      <p:sp>
        <p:nvSpPr>
          <p:cNvPr id="2181" name="Google Shape;2181;p81"/>
          <p:cNvSpPr/>
          <p:nvPr>
            <p:ph idx="4" type="pic"/>
          </p:nvPr>
        </p:nvSpPr>
        <p:spPr>
          <a:xfrm>
            <a:off x="431200" y="1543050"/>
            <a:ext cx="2057400" cy="2057400"/>
          </a:xfrm>
          <a:prstGeom prst="snip1Rect">
            <a:avLst>
              <a:gd fmla="val 24426" name="adj"/>
            </a:avLst>
          </a:prstGeom>
          <a:noFill/>
          <a:ln>
            <a:noFill/>
          </a:ln>
        </p:spPr>
      </p:sp>
      <p:sp>
        <p:nvSpPr>
          <p:cNvPr id="2182" name="Google Shape;2182;p81"/>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83" name="Google Shape;2183;p81"/>
          <p:cNvSpPr txBox="1"/>
          <p:nvPr>
            <p:ph type="title"/>
          </p:nvPr>
        </p:nvSpPr>
        <p:spPr>
          <a:xfrm>
            <a:off x="333925" y="587150"/>
            <a:ext cx="8475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84" name="Google Shape;2184;p81"/>
          <p:cNvSpPr txBox="1"/>
          <p:nvPr>
            <p:ph idx="1" type="subTitle"/>
          </p:nvPr>
        </p:nvSpPr>
        <p:spPr>
          <a:xfrm>
            <a:off x="381100" y="3676650"/>
            <a:ext cx="21075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2185" name="Google Shape;2185;p81"/>
          <p:cNvSpPr txBox="1"/>
          <p:nvPr>
            <p:ph idx="5" type="subTitle"/>
          </p:nvPr>
        </p:nvSpPr>
        <p:spPr>
          <a:xfrm>
            <a:off x="3494775" y="3676650"/>
            <a:ext cx="21075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2186" name="Google Shape;2186;p81"/>
          <p:cNvSpPr txBox="1"/>
          <p:nvPr>
            <p:ph idx="6" type="subTitle"/>
          </p:nvPr>
        </p:nvSpPr>
        <p:spPr>
          <a:xfrm>
            <a:off x="6608438" y="3676650"/>
            <a:ext cx="2107500" cy="354000"/>
          </a:xfrm>
          <a:prstGeom prst="rect">
            <a:avLst/>
          </a:prstGeom>
        </p:spPr>
        <p:txBody>
          <a:bodyPr anchorCtr="0" anchor="t" bIns="91425" lIns="91425" spcFirstLastPara="1" rIns="91425" wrap="square" tIns="91425">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p:txBody>
      </p:sp>
      <p:sp>
        <p:nvSpPr>
          <p:cNvPr id="2187" name="Google Shape;2187;p81"/>
          <p:cNvSpPr txBox="1"/>
          <p:nvPr>
            <p:ph idx="7"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188" name="Google Shape;2188;p81"/>
          <p:cNvSpPr txBox="1"/>
          <p:nvPr>
            <p:ph idx="8"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wo column bullet points">
  <p:cSld name="CAPTION_ONLY">
    <p:bg>
      <p:bgPr>
        <a:solidFill>
          <a:schemeClr val="lt1"/>
        </a:solidFill>
      </p:bgPr>
    </p:bg>
    <p:spTree>
      <p:nvGrpSpPr>
        <p:cNvPr id="2189" name="Shape 2189"/>
        <p:cNvGrpSpPr/>
        <p:nvPr/>
      </p:nvGrpSpPr>
      <p:grpSpPr>
        <a:xfrm>
          <a:off x="0" y="0"/>
          <a:ext cx="0" cy="0"/>
          <a:chOff x="0" y="0"/>
          <a:chExt cx="0" cy="0"/>
        </a:xfrm>
      </p:grpSpPr>
      <p:grpSp>
        <p:nvGrpSpPr>
          <p:cNvPr id="2190" name="Google Shape;2190;p82"/>
          <p:cNvGrpSpPr/>
          <p:nvPr/>
        </p:nvGrpSpPr>
        <p:grpSpPr>
          <a:xfrm>
            <a:off x="0" y="-444900"/>
            <a:ext cx="9144000" cy="5588500"/>
            <a:chOff x="0" y="-444900"/>
            <a:chExt cx="9144000" cy="5588500"/>
          </a:xfrm>
        </p:grpSpPr>
        <p:grpSp>
          <p:nvGrpSpPr>
            <p:cNvPr id="2191" name="Google Shape;2191;p82"/>
            <p:cNvGrpSpPr/>
            <p:nvPr/>
          </p:nvGrpSpPr>
          <p:grpSpPr>
            <a:xfrm>
              <a:off x="0" y="100"/>
              <a:ext cx="9144000" cy="5143500"/>
              <a:chOff x="0" y="100"/>
              <a:chExt cx="9144000" cy="5143500"/>
            </a:xfrm>
          </p:grpSpPr>
          <p:sp>
            <p:nvSpPr>
              <p:cNvPr id="2192" name="Google Shape;2192;p82"/>
              <p:cNvSpPr/>
              <p:nvPr/>
            </p:nvSpPr>
            <p:spPr>
              <a:xfrm>
                <a:off x="0" y="100"/>
                <a:ext cx="9144000" cy="5143500"/>
              </a:xfrm>
              <a:prstGeom prst="snip1Rect">
                <a:avLst>
                  <a:gd fmla="val 40868"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2193" name="Google Shape;2193;p82"/>
              <p:cNvSpPr/>
              <p:nvPr/>
            </p:nvSpPr>
            <p:spPr>
              <a:xfrm rot="10800000">
                <a:off x="7036475" y="1219850"/>
                <a:ext cx="2107500" cy="186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grpSp>
        <p:sp>
          <p:nvSpPr>
            <p:cNvPr id="2194" name="Google Shape;2194;p82"/>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2195" name="Google Shape;2195;p82"/>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96" name="Google Shape;2196;p82"/>
          <p:cNvSpPr txBox="1"/>
          <p:nvPr>
            <p:ph type="title"/>
          </p:nvPr>
        </p:nvSpPr>
        <p:spPr>
          <a:xfrm>
            <a:off x="333925" y="1249513"/>
            <a:ext cx="3662100" cy="9606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197" name="Google Shape;2197;p82"/>
          <p:cNvSpPr txBox="1"/>
          <p:nvPr>
            <p:ph idx="1" type="body"/>
          </p:nvPr>
        </p:nvSpPr>
        <p:spPr>
          <a:xfrm>
            <a:off x="333925" y="2291377"/>
            <a:ext cx="3662100" cy="20283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2198" name="Google Shape;2198;p82"/>
          <p:cNvSpPr txBox="1"/>
          <p:nvPr>
            <p:ph idx="2" type="body"/>
          </p:nvPr>
        </p:nvSpPr>
        <p:spPr>
          <a:xfrm>
            <a:off x="4595076" y="2291377"/>
            <a:ext cx="3662100" cy="20283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2199" name="Google Shape;2199;p82"/>
          <p:cNvSpPr txBox="1"/>
          <p:nvPr>
            <p:ph idx="3"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2200" name="Google Shape;2200;p82"/>
          <p:cNvSpPr txBox="1"/>
          <p:nvPr>
            <p:ph idx="4"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eck for understanding">
  <p:cSld name="CAPTION_ONLY_1">
    <p:bg>
      <p:bgPr>
        <a:solidFill>
          <a:schemeClr val="lt1"/>
        </a:solidFill>
      </p:bgPr>
    </p:bg>
    <p:spTree>
      <p:nvGrpSpPr>
        <p:cNvPr id="2201" name="Shape 2201"/>
        <p:cNvGrpSpPr/>
        <p:nvPr/>
      </p:nvGrpSpPr>
      <p:grpSpPr>
        <a:xfrm>
          <a:off x="0" y="0"/>
          <a:ext cx="0" cy="0"/>
          <a:chOff x="0" y="0"/>
          <a:chExt cx="0" cy="0"/>
        </a:xfrm>
      </p:grpSpPr>
      <p:grpSp>
        <p:nvGrpSpPr>
          <p:cNvPr id="2202" name="Google Shape;2202;p83"/>
          <p:cNvGrpSpPr/>
          <p:nvPr/>
        </p:nvGrpSpPr>
        <p:grpSpPr>
          <a:xfrm>
            <a:off x="0" y="-444900"/>
            <a:ext cx="9144000" cy="5588500"/>
            <a:chOff x="0" y="-444900"/>
            <a:chExt cx="9144000" cy="5588500"/>
          </a:xfrm>
        </p:grpSpPr>
        <p:sp>
          <p:nvSpPr>
            <p:cNvPr id="2203" name="Google Shape;2203;p83"/>
            <p:cNvSpPr/>
            <p:nvPr/>
          </p:nvSpPr>
          <p:spPr>
            <a:xfrm>
              <a:off x="0" y="100"/>
              <a:ext cx="9144000" cy="5143500"/>
            </a:xfrm>
            <a:prstGeom prst="snip1Rect">
              <a:avLst>
                <a:gd fmla="val 40868"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2204" name="Google Shape;2204;p83"/>
            <p:cNvSpPr/>
            <p:nvPr/>
          </p:nvSpPr>
          <p:spPr>
            <a:xfrm rot="10800000">
              <a:off x="7036475" y="1219850"/>
              <a:ext cx="2107500" cy="1861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Inter Tight"/>
                <a:ea typeface="Inter Tight"/>
                <a:cs typeface="Inter Tight"/>
                <a:sym typeface="Inter Tight"/>
              </a:endParaRPr>
            </a:p>
          </p:txBody>
        </p:sp>
        <p:sp>
          <p:nvSpPr>
            <p:cNvPr id="2205" name="Google Shape;2205;p83"/>
            <p:cNvSpPr/>
            <p:nvPr/>
          </p:nvSpPr>
          <p:spPr>
            <a:xfrm flipH="1" rot="4500068">
              <a:off x="7230762" y="-248045"/>
              <a:ext cx="1723726" cy="1714991"/>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2206" name="Google Shape;2206;p83"/>
          <p:cNvSpPr txBox="1"/>
          <p:nvPr>
            <p:ph idx="1" type="body"/>
          </p:nvPr>
        </p:nvSpPr>
        <p:spPr>
          <a:xfrm>
            <a:off x="333925" y="3630575"/>
            <a:ext cx="6790800" cy="4464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2207" name="Google Shape;2207;p83"/>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08" name="Google Shape;2208;p83"/>
          <p:cNvSpPr txBox="1"/>
          <p:nvPr>
            <p:ph type="title"/>
          </p:nvPr>
        </p:nvSpPr>
        <p:spPr>
          <a:xfrm>
            <a:off x="333925" y="1249513"/>
            <a:ext cx="3662100" cy="9606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209" name="Google Shape;2209;p83"/>
          <p:cNvSpPr txBox="1"/>
          <p:nvPr>
            <p:ph idx="2"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2210" name="Google Shape;2210;p83"/>
          <p:cNvSpPr txBox="1"/>
          <p:nvPr>
            <p:ph idx="3"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2211" name="Google Shape;2211;p83"/>
          <p:cNvSpPr txBox="1"/>
          <p:nvPr>
            <p:ph idx="4" type="body"/>
          </p:nvPr>
        </p:nvSpPr>
        <p:spPr>
          <a:xfrm>
            <a:off x="333925" y="3184176"/>
            <a:ext cx="6790800" cy="4464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2212" name="Google Shape;2212;p83"/>
          <p:cNvSpPr txBox="1"/>
          <p:nvPr>
            <p:ph idx="5" type="body"/>
          </p:nvPr>
        </p:nvSpPr>
        <p:spPr>
          <a:xfrm>
            <a:off x="333925" y="2737776"/>
            <a:ext cx="6790800" cy="4464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
        <p:nvSpPr>
          <p:cNvPr id="2213" name="Google Shape;2213;p83"/>
          <p:cNvSpPr txBox="1"/>
          <p:nvPr>
            <p:ph idx="6" type="body"/>
          </p:nvPr>
        </p:nvSpPr>
        <p:spPr>
          <a:xfrm>
            <a:off x="333925" y="2291377"/>
            <a:ext cx="6790800" cy="446400"/>
          </a:xfrm>
          <a:prstGeom prst="rect">
            <a:avLst/>
          </a:prstGeom>
        </p:spPr>
        <p:txBody>
          <a:bodyPr anchorCtr="0" anchor="t" bIns="91425" lIns="91425" spcFirstLastPara="1" rIns="91425" wrap="square" tIns="91425">
            <a:spAutoFit/>
          </a:bodyPr>
          <a:lstStyle>
            <a:lvl1pPr indent="-336550" lvl="0" marL="457200">
              <a:lnSpc>
                <a:spcPct val="115000"/>
              </a:lnSpc>
              <a:spcBef>
                <a:spcPts val="0"/>
              </a:spcBef>
              <a:spcAft>
                <a:spcPts val="0"/>
              </a:spcAft>
              <a:buClr>
                <a:schemeClr val="lt1"/>
              </a:buClr>
              <a:buSzPts val="1700"/>
              <a:buChar char="●"/>
              <a:defRPr>
                <a:solidFill>
                  <a:schemeClr val="lt1"/>
                </a:solidFill>
              </a:defRPr>
            </a:lvl1pPr>
            <a:lvl2pPr indent="-336550" lvl="1" marL="914400">
              <a:lnSpc>
                <a:spcPct val="115000"/>
              </a:lnSpc>
              <a:spcBef>
                <a:spcPts val="0"/>
              </a:spcBef>
              <a:spcAft>
                <a:spcPts val="0"/>
              </a:spcAft>
              <a:buClr>
                <a:schemeClr val="lt1"/>
              </a:buClr>
              <a:buSzPts val="1700"/>
              <a:buChar char="○"/>
              <a:defRPr>
                <a:solidFill>
                  <a:schemeClr val="lt1"/>
                </a:solidFill>
              </a:defRPr>
            </a:lvl2pPr>
            <a:lvl3pPr indent="-336550" lvl="2" marL="1371600">
              <a:lnSpc>
                <a:spcPct val="115000"/>
              </a:lnSpc>
              <a:spcBef>
                <a:spcPts val="0"/>
              </a:spcBef>
              <a:spcAft>
                <a:spcPts val="0"/>
              </a:spcAft>
              <a:buClr>
                <a:schemeClr val="lt1"/>
              </a:buClr>
              <a:buSzPts val="1700"/>
              <a:buChar char="■"/>
              <a:defRPr>
                <a:solidFill>
                  <a:schemeClr val="lt1"/>
                </a:solidFill>
              </a:defRPr>
            </a:lvl3pPr>
            <a:lvl4pPr indent="-336550" lvl="3" marL="1828800">
              <a:lnSpc>
                <a:spcPct val="115000"/>
              </a:lnSpc>
              <a:spcBef>
                <a:spcPts val="0"/>
              </a:spcBef>
              <a:spcAft>
                <a:spcPts val="0"/>
              </a:spcAft>
              <a:buClr>
                <a:schemeClr val="lt1"/>
              </a:buClr>
              <a:buSzPts val="1700"/>
              <a:buChar char="●"/>
              <a:defRPr>
                <a:solidFill>
                  <a:schemeClr val="lt1"/>
                </a:solidFill>
              </a:defRPr>
            </a:lvl4pPr>
            <a:lvl5pPr indent="-336550" lvl="4" marL="2286000">
              <a:lnSpc>
                <a:spcPct val="115000"/>
              </a:lnSpc>
              <a:spcBef>
                <a:spcPts val="0"/>
              </a:spcBef>
              <a:spcAft>
                <a:spcPts val="0"/>
              </a:spcAft>
              <a:buClr>
                <a:schemeClr val="lt1"/>
              </a:buClr>
              <a:buSzPts val="1700"/>
              <a:buChar char="○"/>
              <a:defRPr>
                <a:solidFill>
                  <a:schemeClr val="lt1"/>
                </a:solidFill>
              </a:defRPr>
            </a:lvl5pPr>
            <a:lvl6pPr indent="-336550" lvl="5" marL="2743200">
              <a:lnSpc>
                <a:spcPct val="115000"/>
              </a:lnSpc>
              <a:spcBef>
                <a:spcPts val="0"/>
              </a:spcBef>
              <a:spcAft>
                <a:spcPts val="0"/>
              </a:spcAft>
              <a:buClr>
                <a:schemeClr val="lt1"/>
              </a:buClr>
              <a:buSzPts val="1700"/>
              <a:buChar char="■"/>
              <a:defRPr>
                <a:solidFill>
                  <a:schemeClr val="lt1"/>
                </a:solidFill>
              </a:defRPr>
            </a:lvl6pPr>
            <a:lvl7pPr indent="-336550" lvl="6" marL="3200400">
              <a:lnSpc>
                <a:spcPct val="115000"/>
              </a:lnSpc>
              <a:spcBef>
                <a:spcPts val="0"/>
              </a:spcBef>
              <a:spcAft>
                <a:spcPts val="0"/>
              </a:spcAft>
              <a:buClr>
                <a:schemeClr val="lt1"/>
              </a:buClr>
              <a:buSzPts val="1700"/>
              <a:buChar char="●"/>
              <a:defRPr>
                <a:solidFill>
                  <a:schemeClr val="lt1"/>
                </a:solidFill>
              </a:defRPr>
            </a:lvl7pPr>
            <a:lvl8pPr indent="-336550" lvl="7" marL="3657600">
              <a:lnSpc>
                <a:spcPct val="115000"/>
              </a:lnSpc>
              <a:spcBef>
                <a:spcPts val="0"/>
              </a:spcBef>
              <a:spcAft>
                <a:spcPts val="0"/>
              </a:spcAft>
              <a:buClr>
                <a:schemeClr val="lt1"/>
              </a:buClr>
              <a:buSzPts val="1700"/>
              <a:buChar char="○"/>
              <a:defRPr>
                <a:solidFill>
                  <a:schemeClr val="lt1"/>
                </a:solidFill>
              </a:defRPr>
            </a:lvl8pPr>
            <a:lvl9pPr indent="-336550" lvl="8" marL="4114800">
              <a:lnSpc>
                <a:spcPct val="115000"/>
              </a:lnSpc>
              <a:spcBef>
                <a:spcPts val="0"/>
              </a:spcBef>
              <a:spcAft>
                <a:spcPts val="0"/>
              </a:spcAft>
              <a:buClr>
                <a:schemeClr val="lt1"/>
              </a:buClr>
              <a:buSzPts val="1700"/>
              <a:buChar char="■"/>
              <a:defRPr>
                <a:solidFill>
                  <a:schemeClr val="lt1"/>
                </a:solidFill>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ype">
  <p:cSld name="BIG_NUMBER">
    <p:bg>
      <p:bgPr>
        <a:solidFill>
          <a:schemeClr val="lt2"/>
        </a:solidFill>
      </p:bgPr>
    </p:bg>
    <p:spTree>
      <p:nvGrpSpPr>
        <p:cNvPr id="2214" name="Shape 2214"/>
        <p:cNvGrpSpPr/>
        <p:nvPr/>
      </p:nvGrpSpPr>
      <p:grpSpPr>
        <a:xfrm>
          <a:off x="0" y="0"/>
          <a:ext cx="0" cy="0"/>
          <a:chOff x="0" y="0"/>
          <a:chExt cx="0" cy="0"/>
        </a:xfrm>
      </p:grpSpPr>
      <p:sp>
        <p:nvSpPr>
          <p:cNvPr id="2215" name="Google Shape;2215;p84"/>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2216" name="Google Shape;2216;p84"/>
          <p:cNvSpPr txBox="1"/>
          <p:nvPr/>
        </p:nvSpPr>
        <p:spPr>
          <a:xfrm>
            <a:off x="2479675" y="2285400"/>
            <a:ext cx="4184700" cy="572700"/>
          </a:xfrm>
          <a:prstGeom prst="rect">
            <a:avLst/>
          </a:prstGeom>
          <a:noFill/>
          <a:ln>
            <a:noFill/>
          </a:ln>
        </p:spPr>
        <p:txBody>
          <a:bodyPr anchorCtr="0" anchor="b" bIns="91425" lIns="91425" spcFirstLastPara="1" rIns="91425" wrap="square" tIns="91425">
            <a:noAutofit/>
          </a:bodyPr>
          <a:lstStyle/>
          <a:p>
            <a:pPr indent="0" lvl="0" marL="0" rtl="0" algn="l">
              <a:lnSpc>
                <a:spcPct val="90000"/>
              </a:lnSpc>
              <a:spcBef>
                <a:spcPts val="0"/>
              </a:spcBef>
              <a:spcAft>
                <a:spcPts val="0"/>
              </a:spcAft>
              <a:buNone/>
            </a:pPr>
            <a:r>
              <a:rPr lang="en" sz="2800">
                <a:solidFill>
                  <a:schemeClr val="lt1"/>
                </a:solidFill>
                <a:latin typeface="Inter Tight SemiBold"/>
                <a:ea typeface="Inter Tight SemiBold"/>
                <a:cs typeface="Inter Tight SemiBold"/>
                <a:sym typeface="Inter Tight SemiBold"/>
              </a:rPr>
              <a:t>Questions?</a:t>
            </a:r>
            <a:endParaRPr sz="2800">
              <a:solidFill>
                <a:schemeClr val="lt1"/>
              </a:solidFill>
              <a:latin typeface="Inter Tight SemiBold"/>
              <a:ea typeface="Inter Tight SemiBold"/>
              <a:cs typeface="Inter Tight SemiBold"/>
              <a:sym typeface="Inter Tight SemiBold"/>
            </a:endParaRPr>
          </a:p>
        </p:txBody>
      </p:sp>
      <p:grpSp>
        <p:nvGrpSpPr>
          <p:cNvPr id="2217" name="Google Shape;2217;p84"/>
          <p:cNvGrpSpPr/>
          <p:nvPr/>
        </p:nvGrpSpPr>
        <p:grpSpPr>
          <a:xfrm rot="300150">
            <a:off x="1277165" y="536719"/>
            <a:ext cx="6594752" cy="4068617"/>
            <a:chOff x="1277284" y="536521"/>
            <a:chExt cx="6594691" cy="4068580"/>
          </a:xfrm>
        </p:grpSpPr>
        <p:grpSp>
          <p:nvGrpSpPr>
            <p:cNvPr id="2218" name="Google Shape;2218;p84"/>
            <p:cNvGrpSpPr/>
            <p:nvPr/>
          </p:nvGrpSpPr>
          <p:grpSpPr>
            <a:xfrm>
              <a:off x="1277284" y="891662"/>
              <a:ext cx="6594077" cy="3357715"/>
              <a:chOff x="1277284" y="891662"/>
              <a:chExt cx="6594077" cy="3357715"/>
            </a:xfrm>
          </p:grpSpPr>
          <p:sp>
            <p:nvSpPr>
              <p:cNvPr id="2219" name="Google Shape;2219;p84"/>
              <p:cNvSpPr/>
              <p:nvPr/>
            </p:nvSpPr>
            <p:spPr>
              <a:xfrm rot="-2190">
                <a:off x="6458566" y="1876325"/>
                <a:ext cx="1412700" cy="1390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sp>
            <p:nvSpPr>
              <p:cNvPr id="2220" name="Google Shape;2220;p84"/>
              <p:cNvSpPr/>
              <p:nvPr/>
            </p:nvSpPr>
            <p:spPr>
              <a:xfrm flipH="1" rot="-2453">
                <a:off x="1277283" y="893727"/>
                <a:ext cx="4625401" cy="3354000"/>
              </a:xfrm>
              <a:prstGeom prst="snip1Rect">
                <a:avLst>
                  <a:gd fmla="val 4969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SemiBold"/>
                  <a:ea typeface="Inter Tight SemiBold"/>
                  <a:cs typeface="Inter Tight SemiBold"/>
                  <a:sym typeface="Inter Tight SemiBold"/>
                </a:endParaRPr>
              </a:p>
            </p:txBody>
          </p:sp>
          <p:sp>
            <p:nvSpPr>
              <p:cNvPr id="2221" name="Google Shape;2221;p84"/>
              <p:cNvSpPr/>
              <p:nvPr/>
            </p:nvSpPr>
            <p:spPr>
              <a:xfrm flipH="1" rot="10797547">
                <a:off x="3245660" y="893312"/>
                <a:ext cx="4625701" cy="3354000"/>
              </a:xfrm>
              <a:prstGeom prst="snip1Rect">
                <a:avLst>
                  <a:gd fmla="val 49663"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SemiBold"/>
                  <a:ea typeface="Inter Tight SemiBold"/>
                  <a:cs typeface="Inter Tight SemiBold"/>
                  <a:sym typeface="Inter Tight SemiBold"/>
                </a:endParaRPr>
              </a:p>
            </p:txBody>
          </p:sp>
          <p:sp>
            <p:nvSpPr>
              <p:cNvPr id="2222" name="Google Shape;2222;p84"/>
              <p:cNvSpPr/>
              <p:nvPr/>
            </p:nvSpPr>
            <p:spPr>
              <a:xfrm rot="-2190">
                <a:off x="1277395" y="1877958"/>
                <a:ext cx="1412700" cy="1390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Tight"/>
                  <a:ea typeface="Inter Tight"/>
                  <a:cs typeface="Inter Tight"/>
                  <a:sym typeface="Inter Tight"/>
                </a:endParaRPr>
              </a:p>
            </p:txBody>
          </p:sp>
        </p:grpSp>
        <p:sp>
          <p:nvSpPr>
            <p:cNvPr id="2223" name="Google Shape;2223;p84"/>
            <p:cNvSpPr/>
            <p:nvPr/>
          </p:nvSpPr>
          <p:spPr>
            <a:xfrm rot="-4517241">
              <a:off x="1416960" y="705331"/>
              <a:ext cx="1386770" cy="136158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SemiBold"/>
                <a:ea typeface="Inter Tight SemiBold"/>
                <a:cs typeface="Inter Tight SemiBold"/>
                <a:sym typeface="Inter Tight SemiBold"/>
              </a:endParaRPr>
            </a:p>
          </p:txBody>
        </p:sp>
        <p:sp>
          <p:nvSpPr>
            <p:cNvPr id="2224" name="Google Shape;2224;p84"/>
            <p:cNvSpPr/>
            <p:nvPr/>
          </p:nvSpPr>
          <p:spPr>
            <a:xfrm rot="6281922">
              <a:off x="6346470" y="3074659"/>
              <a:ext cx="1384510" cy="1363185"/>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Tight SemiBold"/>
                <a:ea typeface="Inter Tight SemiBold"/>
                <a:cs typeface="Inter Tight SemiBold"/>
                <a:sym typeface="Inter Tight SemiBold"/>
              </a:endParaRPr>
            </a:p>
          </p:txBody>
        </p:sp>
      </p:grpSp>
      <p:sp>
        <p:nvSpPr>
          <p:cNvPr id="2225" name="Google Shape;2225;p84"/>
          <p:cNvSpPr txBox="1"/>
          <p:nvPr>
            <p:ph type="title"/>
          </p:nvPr>
        </p:nvSpPr>
        <p:spPr>
          <a:xfrm>
            <a:off x="2479675" y="2285400"/>
            <a:ext cx="41847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26" name="Google Shape;2226;p84"/>
          <p:cNvSpPr txBox="1"/>
          <p:nvPr>
            <p:ph idx="1"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
        <p:nvSpPr>
          <p:cNvPr id="2227" name="Google Shape;2227;p84"/>
          <p:cNvSpPr txBox="1"/>
          <p:nvPr>
            <p:ph idx="2"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type="blank">
  <p:cSld name="BLANK">
    <p:bg>
      <p:bgPr>
        <a:solidFill>
          <a:schemeClr val="lt1"/>
        </a:solidFill>
      </p:bgPr>
    </p:bg>
    <p:spTree>
      <p:nvGrpSpPr>
        <p:cNvPr id="2228" name="Shape 2228"/>
        <p:cNvGrpSpPr/>
        <p:nvPr/>
      </p:nvGrpSpPr>
      <p:grpSpPr>
        <a:xfrm>
          <a:off x="0" y="0"/>
          <a:ext cx="0" cy="0"/>
          <a:chOff x="0" y="0"/>
          <a:chExt cx="0" cy="0"/>
        </a:xfrm>
      </p:grpSpPr>
      <p:sp>
        <p:nvSpPr>
          <p:cNvPr id="2229" name="Google Shape;2229;p85"/>
          <p:cNvSpPr txBox="1"/>
          <p:nvPr>
            <p:ph idx="12" type="sldNum"/>
          </p:nvPr>
        </p:nvSpPr>
        <p:spPr>
          <a:xfrm>
            <a:off x="8318025" y="205550"/>
            <a:ext cx="548700" cy="393600"/>
          </a:xfrm>
          <a:prstGeom prst="rect">
            <a:avLst/>
          </a:prstGeom>
        </p:spPr>
        <p:txBody>
          <a:bodyPr anchorCtr="0" anchor="t"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30" name="Google Shape;2230;p85"/>
          <p:cNvSpPr txBox="1"/>
          <p:nvPr>
            <p:ph idx="1" type="subTitle"/>
          </p:nvPr>
        </p:nvSpPr>
        <p:spPr>
          <a:xfrm>
            <a:off x="1716575" y="205550"/>
            <a:ext cx="28554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
        <p:nvSpPr>
          <p:cNvPr id="2231" name="Google Shape;2231;p85"/>
          <p:cNvSpPr txBox="1"/>
          <p:nvPr>
            <p:ph idx="2" type="subTitle"/>
          </p:nvPr>
        </p:nvSpPr>
        <p:spPr>
          <a:xfrm>
            <a:off x="333925" y="205550"/>
            <a:ext cx="1353300" cy="292500"/>
          </a:xfrm>
          <a:prstGeom prst="rect">
            <a:avLst/>
          </a:prstGeom>
        </p:spPr>
        <p:txBody>
          <a:bodyPr anchorCtr="0" anchor="t" bIns="91425" lIns="91425" spcFirstLastPara="1" rIns="91425" wrap="square" tIns="91425">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36" name="Shape 2236"/>
        <p:cNvGrpSpPr/>
        <p:nvPr/>
      </p:nvGrpSpPr>
      <p:grpSpPr>
        <a:xfrm>
          <a:off x="0" y="0"/>
          <a:ext cx="0" cy="0"/>
          <a:chOff x="0" y="0"/>
          <a:chExt cx="0" cy="0"/>
        </a:xfrm>
      </p:grpSpPr>
      <p:sp>
        <p:nvSpPr>
          <p:cNvPr id="2237" name="Google Shape;2237;p87"/>
          <p:cNvSpPr txBox="1"/>
          <p:nvPr>
            <p:ph type="ctrTitle"/>
          </p:nvPr>
        </p:nvSpPr>
        <p:spPr>
          <a:xfrm>
            <a:off x="156190" y="387933"/>
            <a:ext cx="4363200" cy="28974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10900"/>
              <a:buNone/>
              <a:defRPr sz="109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2238" name="Google Shape;2238;p87"/>
          <p:cNvSpPr txBox="1"/>
          <p:nvPr>
            <p:ph idx="1" type="subTitle"/>
          </p:nvPr>
        </p:nvSpPr>
        <p:spPr>
          <a:xfrm>
            <a:off x="233944" y="4240727"/>
            <a:ext cx="4363200" cy="792600"/>
          </a:xfrm>
          <a:prstGeom prst="rect">
            <a:avLst/>
          </a:prstGeom>
        </p:spPr>
        <p:txBody>
          <a:bodyPr anchorCtr="0" anchor="t" bIns="91425" lIns="91425" spcFirstLastPara="1" rIns="91425" wrap="square" tIns="91425">
            <a:noAutofit/>
          </a:bodyPr>
          <a:lstStyle>
            <a:lvl1pPr lvl="0">
              <a:spcBef>
                <a:spcPts val="0"/>
              </a:spcBef>
              <a:spcAft>
                <a:spcPts val="0"/>
              </a:spcAft>
              <a:buSzPts val="3100"/>
              <a:buFont typeface="Urbanist Black"/>
              <a:buNone/>
              <a:defRPr sz="3100">
                <a:latin typeface="Urbanist Black"/>
                <a:ea typeface="Urbanist Black"/>
                <a:cs typeface="Urbanist Black"/>
                <a:sym typeface="Urbanist Black"/>
              </a:defRPr>
            </a:lvl1pPr>
            <a:lvl2pPr lvl="1">
              <a:spcBef>
                <a:spcPts val="0"/>
              </a:spcBef>
              <a:spcAft>
                <a:spcPts val="0"/>
              </a:spcAft>
              <a:buSzPts val="3100"/>
              <a:buFont typeface="Urbanist Black"/>
              <a:buNone/>
              <a:defRPr sz="3100">
                <a:latin typeface="Urbanist Black"/>
                <a:ea typeface="Urbanist Black"/>
                <a:cs typeface="Urbanist Black"/>
                <a:sym typeface="Urbanist Black"/>
              </a:defRPr>
            </a:lvl2pPr>
            <a:lvl3pPr lvl="2">
              <a:spcBef>
                <a:spcPts val="0"/>
              </a:spcBef>
              <a:spcAft>
                <a:spcPts val="0"/>
              </a:spcAft>
              <a:buSzPts val="3100"/>
              <a:buFont typeface="Urbanist Black"/>
              <a:buNone/>
              <a:defRPr sz="3100">
                <a:latin typeface="Urbanist Black"/>
                <a:ea typeface="Urbanist Black"/>
                <a:cs typeface="Urbanist Black"/>
                <a:sym typeface="Urbanist Black"/>
              </a:defRPr>
            </a:lvl3pPr>
            <a:lvl4pPr lvl="3">
              <a:spcBef>
                <a:spcPts val="0"/>
              </a:spcBef>
              <a:spcAft>
                <a:spcPts val="0"/>
              </a:spcAft>
              <a:buSzPts val="3100"/>
              <a:buFont typeface="Urbanist Black"/>
              <a:buNone/>
              <a:defRPr sz="3100">
                <a:latin typeface="Urbanist Black"/>
                <a:ea typeface="Urbanist Black"/>
                <a:cs typeface="Urbanist Black"/>
                <a:sym typeface="Urbanist Black"/>
              </a:defRPr>
            </a:lvl4pPr>
            <a:lvl5pPr lvl="4">
              <a:spcBef>
                <a:spcPts val="0"/>
              </a:spcBef>
              <a:spcAft>
                <a:spcPts val="0"/>
              </a:spcAft>
              <a:buSzPts val="3100"/>
              <a:buFont typeface="Urbanist Black"/>
              <a:buNone/>
              <a:defRPr sz="3100">
                <a:latin typeface="Urbanist Black"/>
                <a:ea typeface="Urbanist Black"/>
                <a:cs typeface="Urbanist Black"/>
                <a:sym typeface="Urbanist Black"/>
              </a:defRPr>
            </a:lvl5pPr>
            <a:lvl6pPr lvl="5">
              <a:spcBef>
                <a:spcPts val="0"/>
              </a:spcBef>
              <a:spcAft>
                <a:spcPts val="0"/>
              </a:spcAft>
              <a:buSzPts val="3100"/>
              <a:buFont typeface="Urbanist Black"/>
              <a:buNone/>
              <a:defRPr sz="3100">
                <a:latin typeface="Urbanist Black"/>
                <a:ea typeface="Urbanist Black"/>
                <a:cs typeface="Urbanist Black"/>
                <a:sym typeface="Urbanist Black"/>
              </a:defRPr>
            </a:lvl6pPr>
            <a:lvl7pPr lvl="6">
              <a:spcBef>
                <a:spcPts val="0"/>
              </a:spcBef>
              <a:spcAft>
                <a:spcPts val="0"/>
              </a:spcAft>
              <a:buSzPts val="3100"/>
              <a:buFont typeface="Urbanist Black"/>
              <a:buNone/>
              <a:defRPr sz="3100">
                <a:latin typeface="Urbanist Black"/>
                <a:ea typeface="Urbanist Black"/>
                <a:cs typeface="Urbanist Black"/>
                <a:sym typeface="Urbanist Black"/>
              </a:defRPr>
            </a:lvl7pPr>
            <a:lvl8pPr lvl="7">
              <a:spcBef>
                <a:spcPts val="0"/>
              </a:spcBef>
              <a:spcAft>
                <a:spcPts val="0"/>
              </a:spcAft>
              <a:buSzPts val="3100"/>
              <a:buFont typeface="Urbanist Black"/>
              <a:buNone/>
              <a:defRPr sz="3100">
                <a:latin typeface="Urbanist Black"/>
                <a:ea typeface="Urbanist Black"/>
                <a:cs typeface="Urbanist Black"/>
                <a:sym typeface="Urbanist Black"/>
              </a:defRPr>
            </a:lvl8pPr>
            <a:lvl9pPr lvl="8">
              <a:spcBef>
                <a:spcPts val="0"/>
              </a:spcBef>
              <a:spcAft>
                <a:spcPts val="0"/>
              </a:spcAft>
              <a:buSzPts val="3100"/>
              <a:buFont typeface="Urbanist Black"/>
              <a:buNone/>
              <a:defRPr sz="3100">
                <a:latin typeface="Urbanist Black"/>
                <a:ea typeface="Urbanist Black"/>
                <a:cs typeface="Urbanist Black"/>
                <a:sym typeface="Urbanist Black"/>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design">
  <p:cSld name="TITLE_2">
    <p:spTree>
      <p:nvGrpSpPr>
        <p:cNvPr id="2239" name="Shape 2239"/>
        <p:cNvGrpSpPr/>
        <p:nvPr/>
      </p:nvGrpSpPr>
      <p:grpSpPr>
        <a:xfrm>
          <a:off x="0" y="0"/>
          <a:ext cx="0" cy="0"/>
          <a:chOff x="0" y="0"/>
          <a:chExt cx="0" cy="0"/>
        </a:xfrm>
      </p:grpSpPr>
      <p:sp>
        <p:nvSpPr>
          <p:cNvPr id="2240" name="Google Shape;2240;p88"/>
          <p:cNvSpPr txBox="1"/>
          <p:nvPr>
            <p:ph type="ctrTitle"/>
          </p:nvPr>
        </p:nvSpPr>
        <p:spPr>
          <a:xfrm>
            <a:off x="156190" y="387933"/>
            <a:ext cx="4363200" cy="28974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10900"/>
              <a:buNone/>
              <a:defRPr sz="109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2241" name="Google Shape;2241;p88"/>
          <p:cNvSpPr txBox="1"/>
          <p:nvPr>
            <p:ph idx="1" type="subTitle"/>
          </p:nvPr>
        </p:nvSpPr>
        <p:spPr>
          <a:xfrm>
            <a:off x="233944" y="4240727"/>
            <a:ext cx="4363200" cy="792600"/>
          </a:xfrm>
          <a:prstGeom prst="rect">
            <a:avLst/>
          </a:prstGeom>
        </p:spPr>
        <p:txBody>
          <a:bodyPr anchorCtr="0" anchor="t" bIns="91425" lIns="91425" spcFirstLastPara="1" rIns="91425" wrap="square" tIns="91425">
            <a:noAutofit/>
          </a:bodyPr>
          <a:lstStyle>
            <a:lvl1pPr lvl="0">
              <a:spcBef>
                <a:spcPts val="0"/>
              </a:spcBef>
              <a:spcAft>
                <a:spcPts val="0"/>
              </a:spcAft>
              <a:buSzPts val="3100"/>
              <a:buFont typeface="Urbanist Black"/>
              <a:buNone/>
              <a:defRPr sz="3100">
                <a:latin typeface="Urbanist Black"/>
                <a:ea typeface="Urbanist Black"/>
                <a:cs typeface="Urbanist Black"/>
                <a:sym typeface="Urbanist Black"/>
              </a:defRPr>
            </a:lvl1pPr>
            <a:lvl2pPr lvl="1">
              <a:spcBef>
                <a:spcPts val="0"/>
              </a:spcBef>
              <a:spcAft>
                <a:spcPts val="0"/>
              </a:spcAft>
              <a:buSzPts val="3100"/>
              <a:buFont typeface="Urbanist Black"/>
              <a:buNone/>
              <a:defRPr sz="3100">
                <a:latin typeface="Urbanist Black"/>
                <a:ea typeface="Urbanist Black"/>
                <a:cs typeface="Urbanist Black"/>
                <a:sym typeface="Urbanist Black"/>
              </a:defRPr>
            </a:lvl2pPr>
            <a:lvl3pPr lvl="2">
              <a:spcBef>
                <a:spcPts val="0"/>
              </a:spcBef>
              <a:spcAft>
                <a:spcPts val="0"/>
              </a:spcAft>
              <a:buSzPts val="3100"/>
              <a:buFont typeface="Urbanist Black"/>
              <a:buNone/>
              <a:defRPr sz="3100">
                <a:latin typeface="Urbanist Black"/>
                <a:ea typeface="Urbanist Black"/>
                <a:cs typeface="Urbanist Black"/>
                <a:sym typeface="Urbanist Black"/>
              </a:defRPr>
            </a:lvl3pPr>
            <a:lvl4pPr lvl="3">
              <a:spcBef>
                <a:spcPts val="0"/>
              </a:spcBef>
              <a:spcAft>
                <a:spcPts val="0"/>
              </a:spcAft>
              <a:buSzPts val="3100"/>
              <a:buFont typeface="Urbanist Black"/>
              <a:buNone/>
              <a:defRPr sz="3100">
                <a:latin typeface="Urbanist Black"/>
                <a:ea typeface="Urbanist Black"/>
                <a:cs typeface="Urbanist Black"/>
                <a:sym typeface="Urbanist Black"/>
              </a:defRPr>
            </a:lvl4pPr>
            <a:lvl5pPr lvl="4">
              <a:spcBef>
                <a:spcPts val="0"/>
              </a:spcBef>
              <a:spcAft>
                <a:spcPts val="0"/>
              </a:spcAft>
              <a:buSzPts val="3100"/>
              <a:buFont typeface="Urbanist Black"/>
              <a:buNone/>
              <a:defRPr sz="3100">
                <a:latin typeface="Urbanist Black"/>
                <a:ea typeface="Urbanist Black"/>
                <a:cs typeface="Urbanist Black"/>
                <a:sym typeface="Urbanist Black"/>
              </a:defRPr>
            </a:lvl5pPr>
            <a:lvl6pPr lvl="5">
              <a:spcBef>
                <a:spcPts val="0"/>
              </a:spcBef>
              <a:spcAft>
                <a:spcPts val="0"/>
              </a:spcAft>
              <a:buSzPts val="3100"/>
              <a:buFont typeface="Urbanist Black"/>
              <a:buNone/>
              <a:defRPr sz="3100">
                <a:latin typeface="Urbanist Black"/>
                <a:ea typeface="Urbanist Black"/>
                <a:cs typeface="Urbanist Black"/>
                <a:sym typeface="Urbanist Black"/>
              </a:defRPr>
            </a:lvl6pPr>
            <a:lvl7pPr lvl="6">
              <a:spcBef>
                <a:spcPts val="0"/>
              </a:spcBef>
              <a:spcAft>
                <a:spcPts val="0"/>
              </a:spcAft>
              <a:buSzPts val="3100"/>
              <a:buFont typeface="Urbanist Black"/>
              <a:buNone/>
              <a:defRPr sz="3100">
                <a:latin typeface="Urbanist Black"/>
                <a:ea typeface="Urbanist Black"/>
                <a:cs typeface="Urbanist Black"/>
                <a:sym typeface="Urbanist Black"/>
              </a:defRPr>
            </a:lvl7pPr>
            <a:lvl8pPr lvl="7">
              <a:spcBef>
                <a:spcPts val="0"/>
              </a:spcBef>
              <a:spcAft>
                <a:spcPts val="0"/>
              </a:spcAft>
              <a:buSzPts val="3100"/>
              <a:buFont typeface="Urbanist Black"/>
              <a:buNone/>
              <a:defRPr sz="3100">
                <a:latin typeface="Urbanist Black"/>
                <a:ea typeface="Urbanist Black"/>
                <a:cs typeface="Urbanist Black"/>
                <a:sym typeface="Urbanist Black"/>
              </a:defRPr>
            </a:lvl8pPr>
            <a:lvl9pPr lvl="8">
              <a:spcBef>
                <a:spcPts val="0"/>
              </a:spcBef>
              <a:spcAft>
                <a:spcPts val="0"/>
              </a:spcAft>
              <a:buSzPts val="3100"/>
              <a:buFont typeface="Urbanist Black"/>
              <a:buNone/>
              <a:defRPr sz="3100">
                <a:latin typeface="Urbanist Black"/>
                <a:ea typeface="Urbanist Black"/>
                <a:cs typeface="Urbanist Black"/>
                <a:sym typeface="Urbanist Black"/>
              </a:defRPr>
            </a:lvl9pPr>
          </a:lstStyle>
          <a:p/>
        </p:txBody>
      </p:sp>
      <p:sp>
        <p:nvSpPr>
          <p:cNvPr id="2242" name="Google Shape;2242;p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2243" name="Google Shape;2243;p88"/>
          <p:cNvGrpSpPr/>
          <p:nvPr/>
        </p:nvGrpSpPr>
        <p:grpSpPr>
          <a:xfrm>
            <a:off x="5682567" y="1777922"/>
            <a:ext cx="2922519" cy="2897359"/>
            <a:chOff x="5489585" y="1688656"/>
            <a:chExt cx="3045242" cy="3019026"/>
          </a:xfrm>
        </p:grpSpPr>
        <p:grpSp>
          <p:nvGrpSpPr>
            <p:cNvPr id="2244" name="Google Shape;2244;p88"/>
            <p:cNvGrpSpPr/>
            <p:nvPr/>
          </p:nvGrpSpPr>
          <p:grpSpPr>
            <a:xfrm>
              <a:off x="5489585" y="1688656"/>
              <a:ext cx="3045242" cy="3019026"/>
              <a:chOff x="5923027" y="1926500"/>
              <a:chExt cx="2598551" cy="2576181"/>
            </a:xfrm>
          </p:grpSpPr>
          <p:sp>
            <p:nvSpPr>
              <p:cNvPr id="2245" name="Google Shape;2245;p88"/>
              <p:cNvSpPr/>
              <p:nvPr/>
            </p:nvSpPr>
            <p:spPr>
              <a:xfrm>
                <a:off x="6623800" y="2628610"/>
                <a:ext cx="1192800" cy="1202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46" name="Google Shape;2246;p88"/>
              <p:cNvSpPr/>
              <p:nvPr/>
            </p:nvSpPr>
            <p:spPr>
              <a:xfrm rot="10800000">
                <a:off x="5923027" y="1926500"/>
                <a:ext cx="1310400" cy="1310400"/>
              </a:xfrm>
              <a:prstGeom prst="pie">
                <a:avLst>
                  <a:gd fmla="val 10800229"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47" name="Google Shape;2247;p88"/>
              <p:cNvSpPr/>
              <p:nvPr/>
            </p:nvSpPr>
            <p:spPr>
              <a:xfrm rot="5400000">
                <a:off x="5923035" y="3192281"/>
                <a:ext cx="1310400" cy="1310400"/>
              </a:xfrm>
              <a:prstGeom prst="pie">
                <a:avLst>
                  <a:gd fmla="val 10800229"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48" name="Google Shape;2248;p88"/>
              <p:cNvSpPr/>
              <p:nvPr/>
            </p:nvSpPr>
            <p:spPr>
              <a:xfrm>
                <a:off x="7211178" y="3192281"/>
                <a:ext cx="1310400" cy="1310400"/>
              </a:xfrm>
              <a:prstGeom prst="pie">
                <a:avLst>
                  <a:gd fmla="val 10800229"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49" name="Google Shape;2249;p88"/>
              <p:cNvSpPr/>
              <p:nvPr/>
            </p:nvSpPr>
            <p:spPr>
              <a:xfrm rot="-5400000">
                <a:off x="7211171" y="1926500"/>
                <a:ext cx="1310400" cy="1310400"/>
              </a:xfrm>
              <a:prstGeom prst="pie">
                <a:avLst>
                  <a:gd fmla="val 10800229"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2250" name="Google Shape;2250;p88"/>
            <p:cNvSpPr/>
            <p:nvPr/>
          </p:nvSpPr>
          <p:spPr>
            <a:xfrm>
              <a:off x="6854273" y="3045975"/>
              <a:ext cx="319500" cy="319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2251" name="Google Shape;2251;p88"/>
          <p:cNvSpPr/>
          <p:nvPr/>
        </p:nvSpPr>
        <p:spPr>
          <a:xfrm>
            <a:off x="6567377" y="134741"/>
            <a:ext cx="1152900" cy="1152900"/>
          </a:xfrm>
          <a:prstGeom prst="pie">
            <a:avLst>
              <a:gd fmla="val 0" name="adj1"/>
              <a:gd fmla="val 1620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nvGrpSpPr>
          <p:cNvPr id="2252" name="Google Shape;2252;p88"/>
          <p:cNvGrpSpPr/>
          <p:nvPr/>
        </p:nvGrpSpPr>
        <p:grpSpPr>
          <a:xfrm>
            <a:off x="5262520" y="134674"/>
            <a:ext cx="1132500" cy="1132500"/>
            <a:chOff x="5254564" y="134674"/>
            <a:chExt cx="1132500" cy="1132500"/>
          </a:xfrm>
        </p:grpSpPr>
        <p:sp>
          <p:nvSpPr>
            <p:cNvPr id="2253" name="Google Shape;2253;p88"/>
            <p:cNvSpPr/>
            <p:nvPr/>
          </p:nvSpPr>
          <p:spPr>
            <a:xfrm>
              <a:off x="5254564" y="134674"/>
              <a:ext cx="1132500" cy="1132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54" name="Google Shape;2254;p88"/>
            <p:cNvSpPr/>
            <p:nvPr/>
          </p:nvSpPr>
          <p:spPr>
            <a:xfrm>
              <a:off x="5434076" y="271312"/>
              <a:ext cx="783300" cy="4296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55" name="Google Shape;2255;p88"/>
            <p:cNvSpPr/>
            <p:nvPr/>
          </p:nvSpPr>
          <p:spPr>
            <a:xfrm rot="10800000">
              <a:off x="5434191" y="701025"/>
              <a:ext cx="783300" cy="429600"/>
            </a:xfrm>
            <a:prstGeom prst="triangl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2256" name="Google Shape;2256;p88"/>
          <p:cNvGrpSpPr/>
          <p:nvPr/>
        </p:nvGrpSpPr>
        <p:grpSpPr>
          <a:xfrm>
            <a:off x="7902515" y="206511"/>
            <a:ext cx="1009364" cy="1009364"/>
            <a:chOff x="7711668" y="191367"/>
            <a:chExt cx="1152900" cy="1152900"/>
          </a:xfrm>
        </p:grpSpPr>
        <p:sp>
          <p:nvSpPr>
            <p:cNvPr id="2257" name="Google Shape;2257;p88"/>
            <p:cNvSpPr/>
            <p:nvPr/>
          </p:nvSpPr>
          <p:spPr>
            <a:xfrm>
              <a:off x="7711668" y="191367"/>
              <a:ext cx="1152900" cy="1152900"/>
            </a:xfrm>
            <a:prstGeom prst="pie">
              <a:avLst>
                <a:gd fmla="val 5371730"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58" name="Google Shape;2258;p88"/>
            <p:cNvSpPr/>
            <p:nvPr/>
          </p:nvSpPr>
          <p:spPr>
            <a:xfrm>
              <a:off x="8266053" y="191367"/>
              <a:ext cx="580500" cy="1152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59" name="Google Shape;2259;p88"/>
            <p:cNvSpPr/>
            <p:nvPr/>
          </p:nvSpPr>
          <p:spPr>
            <a:xfrm>
              <a:off x="7986408" y="421309"/>
              <a:ext cx="691800" cy="684900"/>
            </a:xfrm>
            <a:prstGeom prst="pie">
              <a:avLst>
                <a:gd fmla="val 5385340"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60" name="Google Shape;2260;p88"/>
            <p:cNvSpPr/>
            <p:nvPr/>
          </p:nvSpPr>
          <p:spPr>
            <a:xfrm>
              <a:off x="8325900" y="421309"/>
              <a:ext cx="520500" cy="684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2261" name="Google Shape;2261;p88"/>
          <p:cNvSpPr/>
          <p:nvPr/>
        </p:nvSpPr>
        <p:spPr>
          <a:xfrm rot="5400000">
            <a:off x="6618977" y="1994511"/>
            <a:ext cx="1049700" cy="1048500"/>
          </a:xfrm>
          <a:prstGeom prst="pie">
            <a:avLst>
              <a:gd fmla="val 5371730" name="adj1"/>
              <a:gd fmla="val 1620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62" name="Google Shape;2262;p88"/>
          <p:cNvSpPr/>
          <p:nvPr/>
        </p:nvSpPr>
        <p:spPr>
          <a:xfrm rot="5400000">
            <a:off x="6618977" y="1481152"/>
            <a:ext cx="1049700" cy="1048500"/>
          </a:xfrm>
          <a:prstGeom prst="pie">
            <a:avLst>
              <a:gd fmla="val 5371730" name="adj1"/>
              <a:gd fmla="val 1620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nvGrpSpPr>
          <p:cNvPr id="2263" name="Google Shape;2263;p88"/>
          <p:cNvGrpSpPr/>
          <p:nvPr/>
        </p:nvGrpSpPr>
        <p:grpSpPr>
          <a:xfrm>
            <a:off x="5252281" y="2624507"/>
            <a:ext cx="1152977" cy="1152977"/>
            <a:chOff x="5289000" y="2571675"/>
            <a:chExt cx="1285800" cy="1285800"/>
          </a:xfrm>
        </p:grpSpPr>
        <p:sp>
          <p:nvSpPr>
            <p:cNvPr id="2264" name="Google Shape;2264;p88"/>
            <p:cNvSpPr/>
            <p:nvPr/>
          </p:nvSpPr>
          <p:spPr>
            <a:xfrm rot="10800000">
              <a:off x="5289000" y="2571675"/>
              <a:ext cx="1285800" cy="1285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nvGrpSpPr>
            <p:cNvPr id="2265" name="Google Shape;2265;p88"/>
            <p:cNvGrpSpPr/>
            <p:nvPr/>
          </p:nvGrpSpPr>
          <p:grpSpPr>
            <a:xfrm>
              <a:off x="5493517" y="2781872"/>
              <a:ext cx="887935" cy="887716"/>
              <a:chOff x="5493517" y="2781872"/>
              <a:chExt cx="887935" cy="887716"/>
            </a:xfrm>
          </p:grpSpPr>
          <p:sp>
            <p:nvSpPr>
              <p:cNvPr id="2266" name="Google Shape;2266;p88"/>
              <p:cNvSpPr/>
              <p:nvPr/>
            </p:nvSpPr>
            <p:spPr>
              <a:xfrm>
                <a:off x="5493752" y="2781882"/>
                <a:ext cx="887700" cy="887700"/>
              </a:xfrm>
              <a:prstGeom prst="pie">
                <a:avLst>
                  <a:gd fmla="val 10800229" name="adj1"/>
                  <a:gd fmla="val 16200000"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67" name="Google Shape;2267;p88"/>
              <p:cNvSpPr/>
              <p:nvPr/>
            </p:nvSpPr>
            <p:spPr>
              <a:xfrm rot="10800000">
                <a:off x="5493530" y="2781882"/>
                <a:ext cx="887700" cy="887700"/>
              </a:xfrm>
              <a:prstGeom prst="pie">
                <a:avLst>
                  <a:gd fmla="val 10800229" name="adj1"/>
                  <a:gd fmla="val 16217256"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68" name="Google Shape;2268;p88"/>
              <p:cNvSpPr/>
              <p:nvPr/>
            </p:nvSpPr>
            <p:spPr>
              <a:xfrm rot="5400000">
                <a:off x="5493744" y="2781888"/>
                <a:ext cx="887700" cy="887700"/>
              </a:xfrm>
              <a:prstGeom prst="pie">
                <a:avLst>
                  <a:gd fmla="val 10800229"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69" name="Google Shape;2269;p88"/>
              <p:cNvSpPr/>
              <p:nvPr/>
            </p:nvSpPr>
            <p:spPr>
              <a:xfrm rot="-5400000">
                <a:off x="5493517" y="2781872"/>
                <a:ext cx="887700" cy="887700"/>
              </a:xfrm>
              <a:prstGeom prst="pie">
                <a:avLst>
                  <a:gd fmla="val 10800229" name="adj1"/>
                  <a:gd fmla="val 1620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grpSp>
        <p:nvGrpSpPr>
          <p:cNvPr id="2270" name="Google Shape;2270;p88"/>
          <p:cNvGrpSpPr/>
          <p:nvPr/>
        </p:nvGrpSpPr>
        <p:grpSpPr>
          <a:xfrm>
            <a:off x="7830177" y="1408401"/>
            <a:ext cx="1154053" cy="1154053"/>
            <a:chOff x="7862550" y="1278950"/>
            <a:chExt cx="1287000" cy="1287000"/>
          </a:xfrm>
        </p:grpSpPr>
        <p:sp>
          <p:nvSpPr>
            <p:cNvPr id="2271" name="Google Shape;2271;p88"/>
            <p:cNvSpPr/>
            <p:nvPr/>
          </p:nvSpPr>
          <p:spPr>
            <a:xfrm>
              <a:off x="8434900" y="1278950"/>
              <a:ext cx="137400" cy="128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72" name="Google Shape;2272;p88"/>
            <p:cNvSpPr/>
            <p:nvPr/>
          </p:nvSpPr>
          <p:spPr>
            <a:xfrm rot="5400000">
              <a:off x="8437350" y="1278950"/>
              <a:ext cx="137400" cy="128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73" name="Google Shape;2273;p88"/>
            <p:cNvSpPr/>
            <p:nvPr/>
          </p:nvSpPr>
          <p:spPr>
            <a:xfrm rot="2700000">
              <a:off x="8447145" y="1277182"/>
              <a:ext cx="137462" cy="1287005"/>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74" name="Google Shape;2274;p88"/>
            <p:cNvSpPr/>
            <p:nvPr/>
          </p:nvSpPr>
          <p:spPr>
            <a:xfrm rot="8100000">
              <a:off x="8448850" y="1278958"/>
              <a:ext cx="137462" cy="1287005"/>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2275" name="Google Shape;2275;p88"/>
          <p:cNvSpPr/>
          <p:nvPr/>
        </p:nvSpPr>
        <p:spPr>
          <a:xfrm>
            <a:off x="7909337" y="3926581"/>
            <a:ext cx="1964700" cy="1964700"/>
          </a:xfrm>
          <a:prstGeom prst="pie">
            <a:avLst>
              <a:gd fmla="val 10800229" name="adj1"/>
              <a:gd fmla="val 1620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76" name="Google Shape;2276;p88"/>
          <p:cNvSpPr/>
          <p:nvPr>
            <p:ph idx="2" type="pic"/>
          </p:nvPr>
        </p:nvSpPr>
        <p:spPr>
          <a:xfrm>
            <a:off x="5251720" y="1368775"/>
            <a:ext cx="1154100" cy="1154100"/>
          </a:xfrm>
          <a:prstGeom prst="ellipse">
            <a:avLst/>
          </a:prstGeom>
          <a:noFill/>
          <a:ln>
            <a:noFill/>
          </a:ln>
        </p:spPr>
      </p:sp>
      <p:sp>
        <p:nvSpPr>
          <p:cNvPr id="2277" name="Google Shape;2277;p88"/>
          <p:cNvSpPr/>
          <p:nvPr>
            <p:ph idx="3" type="pic"/>
          </p:nvPr>
        </p:nvSpPr>
        <p:spPr>
          <a:xfrm>
            <a:off x="7865800" y="2667450"/>
            <a:ext cx="1154100" cy="1154100"/>
          </a:xfrm>
          <a:prstGeom prst="ellipse">
            <a:avLst/>
          </a:prstGeom>
          <a:noFill/>
          <a:ln>
            <a:noFill/>
          </a:ln>
        </p:spPr>
      </p:sp>
      <p:sp>
        <p:nvSpPr>
          <p:cNvPr id="2278" name="Google Shape;2278;p88"/>
          <p:cNvSpPr/>
          <p:nvPr>
            <p:ph idx="4" type="pic"/>
          </p:nvPr>
        </p:nvSpPr>
        <p:spPr>
          <a:xfrm>
            <a:off x="6566777" y="3873750"/>
            <a:ext cx="1154100" cy="1154100"/>
          </a:xfrm>
          <a:prstGeom prst="ellipse">
            <a:avLst/>
          </a:prstGeom>
          <a:noFill/>
          <a:ln>
            <a:noFill/>
          </a:ln>
        </p:spPr>
      </p:sp>
      <p:grpSp>
        <p:nvGrpSpPr>
          <p:cNvPr id="2279" name="Google Shape;2279;p88"/>
          <p:cNvGrpSpPr/>
          <p:nvPr/>
        </p:nvGrpSpPr>
        <p:grpSpPr>
          <a:xfrm>
            <a:off x="5304493" y="3926575"/>
            <a:ext cx="1048500" cy="1048500"/>
            <a:chOff x="5304493" y="3926575"/>
            <a:chExt cx="1048500" cy="1048500"/>
          </a:xfrm>
        </p:grpSpPr>
        <p:sp>
          <p:nvSpPr>
            <p:cNvPr id="2280" name="Google Shape;2280;p88"/>
            <p:cNvSpPr/>
            <p:nvPr/>
          </p:nvSpPr>
          <p:spPr>
            <a:xfrm rot="5400000">
              <a:off x="5564743" y="4170483"/>
              <a:ext cx="528000" cy="1048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81" name="Google Shape;2281;p88"/>
            <p:cNvSpPr/>
            <p:nvPr/>
          </p:nvSpPr>
          <p:spPr>
            <a:xfrm rot="5400000">
              <a:off x="5304493" y="3926575"/>
              <a:ext cx="1048500" cy="1048500"/>
            </a:xfrm>
            <a:prstGeom prst="pie">
              <a:avLst>
                <a:gd fmla="val 5371730" name="adj1"/>
                <a:gd fmla="val 1620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82" name="Google Shape;2282;p88"/>
            <p:cNvSpPr/>
            <p:nvPr/>
          </p:nvSpPr>
          <p:spPr>
            <a:xfrm rot="5400000">
              <a:off x="5598925" y="4413681"/>
              <a:ext cx="467100" cy="62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83" name="Google Shape;2283;p88"/>
            <p:cNvSpPr/>
            <p:nvPr/>
          </p:nvSpPr>
          <p:spPr>
            <a:xfrm>
              <a:off x="5521200" y="4182625"/>
              <a:ext cx="622500" cy="621000"/>
            </a:xfrm>
            <a:prstGeom prst="blockArc">
              <a:avLst>
                <a:gd fmla="val 10800000" name="adj1"/>
                <a:gd fmla="val 0" name="adj2"/>
                <a:gd fmla="val 25000" name="adj3"/>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2284" name="Google Shape;2284;p88"/>
            <p:cNvSpPr/>
            <p:nvPr/>
          </p:nvSpPr>
          <p:spPr>
            <a:xfrm>
              <a:off x="5665375" y="4319000"/>
              <a:ext cx="328200" cy="3282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gr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TITLE_1">
    <p:spTree>
      <p:nvGrpSpPr>
        <p:cNvPr id="2285" name="Shape 2285"/>
        <p:cNvGrpSpPr/>
        <p:nvPr/>
      </p:nvGrpSpPr>
      <p:grpSpPr>
        <a:xfrm>
          <a:off x="0" y="0"/>
          <a:ext cx="0" cy="0"/>
          <a:chOff x="0" y="0"/>
          <a:chExt cx="0" cy="0"/>
        </a:xfrm>
      </p:grpSpPr>
      <p:sp>
        <p:nvSpPr>
          <p:cNvPr id="2286" name="Google Shape;2286;p89"/>
          <p:cNvSpPr txBox="1"/>
          <p:nvPr>
            <p:ph type="ctrTitle"/>
          </p:nvPr>
        </p:nvSpPr>
        <p:spPr>
          <a:xfrm>
            <a:off x="156190" y="1368783"/>
            <a:ext cx="4363200" cy="28974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10900"/>
              <a:buNone/>
              <a:defRPr sz="109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with design">
  <p:cSld name="TITLE_1_1">
    <p:spTree>
      <p:nvGrpSpPr>
        <p:cNvPr id="2287" name="Shape 2287"/>
        <p:cNvGrpSpPr/>
        <p:nvPr/>
      </p:nvGrpSpPr>
      <p:grpSpPr>
        <a:xfrm>
          <a:off x="0" y="0"/>
          <a:ext cx="0" cy="0"/>
          <a:chOff x="0" y="0"/>
          <a:chExt cx="0" cy="0"/>
        </a:xfrm>
      </p:grpSpPr>
      <p:sp>
        <p:nvSpPr>
          <p:cNvPr id="2288" name="Google Shape;2288;p90"/>
          <p:cNvSpPr txBox="1"/>
          <p:nvPr>
            <p:ph type="ctrTitle"/>
          </p:nvPr>
        </p:nvSpPr>
        <p:spPr>
          <a:xfrm>
            <a:off x="156190" y="1368783"/>
            <a:ext cx="4363200" cy="28974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SzPts val="10900"/>
              <a:buNone/>
              <a:defRPr sz="109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2289" name="Google Shape;2289;p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2290" name="Google Shape;2290;p90"/>
          <p:cNvGrpSpPr/>
          <p:nvPr/>
        </p:nvGrpSpPr>
        <p:grpSpPr>
          <a:xfrm>
            <a:off x="5665365" y="1777922"/>
            <a:ext cx="2922519" cy="2897359"/>
            <a:chOff x="5489585" y="1688656"/>
            <a:chExt cx="3045242" cy="3019026"/>
          </a:xfrm>
        </p:grpSpPr>
        <p:grpSp>
          <p:nvGrpSpPr>
            <p:cNvPr id="2291" name="Google Shape;2291;p90"/>
            <p:cNvGrpSpPr/>
            <p:nvPr/>
          </p:nvGrpSpPr>
          <p:grpSpPr>
            <a:xfrm>
              <a:off x="5489585" y="1688656"/>
              <a:ext cx="3045242" cy="3019026"/>
              <a:chOff x="5923027" y="1926500"/>
              <a:chExt cx="2598551" cy="2576181"/>
            </a:xfrm>
          </p:grpSpPr>
          <p:sp>
            <p:nvSpPr>
              <p:cNvPr id="2292" name="Google Shape;2292;p90"/>
              <p:cNvSpPr/>
              <p:nvPr/>
            </p:nvSpPr>
            <p:spPr>
              <a:xfrm>
                <a:off x="6623800" y="2628610"/>
                <a:ext cx="1192800" cy="1202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93" name="Google Shape;2293;p90"/>
              <p:cNvSpPr/>
              <p:nvPr/>
            </p:nvSpPr>
            <p:spPr>
              <a:xfrm rot="10800000">
                <a:off x="5923027" y="1926500"/>
                <a:ext cx="1310400" cy="1310400"/>
              </a:xfrm>
              <a:prstGeom prst="pie">
                <a:avLst>
                  <a:gd fmla="val 10800229"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94" name="Google Shape;2294;p90"/>
              <p:cNvSpPr/>
              <p:nvPr/>
            </p:nvSpPr>
            <p:spPr>
              <a:xfrm rot="5400000">
                <a:off x="5923035" y="3192281"/>
                <a:ext cx="1310400" cy="1310400"/>
              </a:xfrm>
              <a:prstGeom prst="pie">
                <a:avLst>
                  <a:gd fmla="val 10800229"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95" name="Google Shape;2295;p90"/>
              <p:cNvSpPr/>
              <p:nvPr/>
            </p:nvSpPr>
            <p:spPr>
              <a:xfrm>
                <a:off x="7211178" y="3192281"/>
                <a:ext cx="1310400" cy="1310400"/>
              </a:xfrm>
              <a:prstGeom prst="pie">
                <a:avLst>
                  <a:gd fmla="val 10800229"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296" name="Google Shape;2296;p90"/>
              <p:cNvSpPr/>
              <p:nvPr/>
            </p:nvSpPr>
            <p:spPr>
              <a:xfrm rot="-5400000">
                <a:off x="7211171" y="1926500"/>
                <a:ext cx="1310400" cy="1310400"/>
              </a:xfrm>
              <a:prstGeom prst="pie">
                <a:avLst>
                  <a:gd fmla="val 10800229"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2297" name="Google Shape;2297;p90"/>
            <p:cNvSpPr/>
            <p:nvPr/>
          </p:nvSpPr>
          <p:spPr>
            <a:xfrm>
              <a:off x="6854273" y="3045975"/>
              <a:ext cx="319500" cy="319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2298" name="Google Shape;2298;p90"/>
          <p:cNvSpPr/>
          <p:nvPr/>
        </p:nvSpPr>
        <p:spPr>
          <a:xfrm>
            <a:off x="6550174" y="134741"/>
            <a:ext cx="1152900" cy="1152900"/>
          </a:xfrm>
          <a:prstGeom prst="pie">
            <a:avLst>
              <a:gd fmla="val 0" name="adj1"/>
              <a:gd fmla="val 1620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nvGrpSpPr>
          <p:cNvPr id="2299" name="Google Shape;2299;p90"/>
          <p:cNvGrpSpPr/>
          <p:nvPr/>
        </p:nvGrpSpPr>
        <p:grpSpPr>
          <a:xfrm>
            <a:off x="5262520" y="134674"/>
            <a:ext cx="1132500" cy="1132500"/>
            <a:chOff x="5254564" y="134674"/>
            <a:chExt cx="1132500" cy="1132500"/>
          </a:xfrm>
        </p:grpSpPr>
        <p:sp>
          <p:nvSpPr>
            <p:cNvPr id="2300" name="Google Shape;2300;p90"/>
            <p:cNvSpPr/>
            <p:nvPr/>
          </p:nvSpPr>
          <p:spPr>
            <a:xfrm>
              <a:off x="5254564" y="134674"/>
              <a:ext cx="1132500" cy="1132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01" name="Google Shape;2301;p90"/>
            <p:cNvSpPr/>
            <p:nvPr/>
          </p:nvSpPr>
          <p:spPr>
            <a:xfrm>
              <a:off x="5434076" y="271312"/>
              <a:ext cx="783300" cy="4296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02" name="Google Shape;2302;p90"/>
            <p:cNvSpPr/>
            <p:nvPr/>
          </p:nvSpPr>
          <p:spPr>
            <a:xfrm rot="10800000">
              <a:off x="5434191" y="701025"/>
              <a:ext cx="783300" cy="429600"/>
            </a:xfrm>
            <a:prstGeom prst="triangl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2303" name="Google Shape;2303;p90"/>
          <p:cNvGrpSpPr/>
          <p:nvPr/>
        </p:nvGrpSpPr>
        <p:grpSpPr>
          <a:xfrm>
            <a:off x="7902515" y="206511"/>
            <a:ext cx="1009364" cy="1009364"/>
            <a:chOff x="7711668" y="191367"/>
            <a:chExt cx="1152900" cy="1152900"/>
          </a:xfrm>
        </p:grpSpPr>
        <p:sp>
          <p:nvSpPr>
            <p:cNvPr id="2304" name="Google Shape;2304;p90"/>
            <p:cNvSpPr/>
            <p:nvPr/>
          </p:nvSpPr>
          <p:spPr>
            <a:xfrm>
              <a:off x="7711668" y="191367"/>
              <a:ext cx="1152900" cy="1152900"/>
            </a:xfrm>
            <a:prstGeom prst="pie">
              <a:avLst>
                <a:gd fmla="val 5371730"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05" name="Google Shape;2305;p90"/>
            <p:cNvSpPr/>
            <p:nvPr/>
          </p:nvSpPr>
          <p:spPr>
            <a:xfrm>
              <a:off x="8266053" y="191367"/>
              <a:ext cx="580500" cy="1152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06" name="Google Shape;2306;p90"/>
            <p:cNvSpPr/>
            <p:nvPr/>
          </p:nvSpPr>
          <p:spPr>
            <a:xfrm>
              <a:off x="7986408" y="421309"/>
              <a:ext cx="691800" cy="684900"/>
            </a:xfrm>
            <a:prstGeom prst="pie">
              <a:avLst>
                <a:gd fmla="val 5385340"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07" name="Google Shape;2307;p90"/>
            <p:cNvSpPr/>
            <p:nvPr/>
          </p:nvSpPr>
          <p:spPr>
            <a:xfrm>
              <a:off x="8325900" y="421309"/>
              <a:ext cx="520500" cy="684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2308" name="Google Shape;2308;p90"/>
          <p:cNvSpPr/>
          <p:nvPr/>
        </p:nvSpPr>
        <p:spPr>
          <a:xfrm rot="5400000">
            <a:off x="6601774" y="1994511"/>
            <a:ext cx="1049700" cy="1048500"/>
          </a:xfrm>
          <a:prstGeom prst="pie">
            <a:avLst>
              <a:gd fmla="val 5371730" name="adj1"/>
              <a:gd fmla="val 1620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9" name="Google Shape;2309;p90"/>
          <p:cNvSpPr/>
          <p:nvPr/>
        </p:nvSpPr>
        <p:spPr>
          <a:xfrm rot="5400000">
            <a:off x="6601774" y="1481152"/>
            <a:ext cx="1049700" cy="1048500"/>
          </a:xfrm>
          <a:prstGeom prst="pie">
            <a:avLst>
              <a:gd fmla="val 5371730" name="adj1"/>
              <a:gd fmla="val 1620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nvGrpSpPr>
          <p:cNvPr id="2310" name="Google Shape;2310;p90"/>
          <p:cNvGrpSpPr/>
          <p:nvPr/>
        </p:nvGrpSpPr>
        <p:grpSpPr>
          <a:xfrm>
            <a:off x="5252281" y="2624507"/>
            <a:ext cx="1152977" cy="1152977"/>
            <a:chOff x="5289000" y="2571675"/>
            <a:chExt cx="1285800" cy="1285800"/>
          </a:xfrm>
        </p:grpSpPr>
        <p:sp>
          <p:nvSpPr>
            <p:cNvPr id="2311" name="Google Shape;2311;p90"/>
            <p:cNvSpPr/>
            <p:nvPr/>
          </p:nvSpPr>
          <p:spPr>
            <a:xfrm rot="10800000">
              <a:off x="5289000" y="2571675"/>
              <a:ext cx="1285800" cy="1285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nvGrpSpPr>
            <p:cNvPr id="2312" name="Google Shape;2312;p90"/>
            <p:cNvGrpSpPr/>
            <p:nvPr/>
          </p:nvGrpSpPr>
          <p:grpSpPr>
            <a:xfrm>
              <a:off x="5493517" y="2781872"/>
              <a:ext cx="887935" cy="887716"/>
              <a:chOff x="5493517" y="2781872"/>
              <a:chExt cx="887935" cy="887716"/>
            </a:xfrm>
          </p:grpSpPr>
          <p:sp>
            <p:nvSpPr>
              <p:cNvPr id="2313" name="Google Shape;2313;p90"/>
              <p:cNvSpPr/>
              <p:nvPr/>
            </p:nvSpPr>
            <p:spPr>
              <a:xfrm>
                <a:off x="5493752" y="2781882"/>
                <a:ext cx="887700" cy="887700"/>
              </a:xfrm>
              <a:prstGeom prst="pie">
                <a:avLst>
                  <a:gd fmla="val 10800229" name="adj1"/>
                  <a:gd fmla="val 16200000"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14" name="Google Shape;2314;p90"/>
              <p:cNvSpPr/>
              <p:nvPr/>
            </p:nvSpPr>
            <p:spPr>
              <a:xfrm rot="10800000">
                <a:off x="5493530" y="2781882"/>
                <a:ext cx="887700" cy="887700"/>
              </a:xfrm>
              <a:prstGeom prst="pie">
                <a:avLst>
                  <a:gd fmla="val 10800229" name="adj1"/>
                  <a:gd fmla="val 16217256"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15" name="Google Shape;2315;p90"/>
              <p:cNvSpPr/>
              <p:nvPr/>
            </p:nvSpPr>
            <p:spPr>
              <a:xfrm rot="5400000">
                <a:off x="5493744" y="2781888"/>
                <a:ext cx="887700" cy="887700"/>
              </a:xfrm>
              <a:prstGeom prst="pie">
                <a:avLst>
                  <a:gd fmla="val 10800229"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16" name="Google Shape;2316;p90"/>
              <p:cNvSpPr/>
              <p:nvPr/>
            </p:nvSpPr>
            <p:spPr>
              <a:xfrm rot="-5400000">
                <a:off x="5493517" y="2781872"/>
                <a:ext cx="887700" cy="887700"/>
              </a:xfrm>
              <a:prstGeom prst="pie">
                <a:avLst>
                  <a:gd fmla="val 10800229" name="adj1"/>
                  <a:gd fmla="val 1620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grpSp>
        <p:nvGrpSpPr>
          <p:cNvPr id="2317" name="Google Shape;2317;p90"/>
          <p:cNvGrpSpPr/>
          <p:nvPr/>
        </p:nvGrpSpPr>
        <p:grpSpPr>
          <a:xfrm>
            <a:off x="7830177" y="1408401"/>
            <a:ext cx="1154053" cy="1154053"/>
            <a:chOff x="7862550" y="1278950"/>
            <a:chExt cx="1287000" cy="1287000"/>
          </a:xfrm>
        </p:grpSpPr>
        <p:sp>
          <p:nvSpPr>
            <p:cNvPr id="2318" name="Google Shape;2318;p90"/>
            <p:cNvSpPr/>
            <p:nvPr/>
          </p:nvSpPr>
          <p:spPr>
            <a:xfrm>
              <a:off x="8434900" y="1278950"/>
              <a:ext cx="137400" cy="128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19" name="Google Shape;2319;p90"/>
            <p:cNvSpPr/>
            <p:nvPr/>
          </p:nvSpPr>
          <p:spPr>
            <a:xfrm rot="5400000">
              <a:off x="8437350" y="1278950"/>
              <a:ext cx="137400" cy="12870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20" name="Google Shape;2320;p90"/>
            <p:cNvSpPr/>
            <p:nvPr/>
          </p:nvSpPr>
          <p:spPr>
            <a:xfrm rot="2700000">
              <a:off x="8447145" y="1277182"/>
              <a:ext cx="137462" cy="1287005"/>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21" name="Google Shape;2321;p90"/>
            <p:cNvSpPr/>
            <p:nvPr/>
          </p:nvSpPr>
          <p:spPr>
            <a:xfrm rot="8100000">
              <a:off x="8448850" y="1278958"/>
              <a:ext cx="137462" cy="1287005"/>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2322" name="Google Shape;2322;p90"/>
          <p:cNvSpPr/>
          <p:nvPr/>
        </p:nvSpPr>
        <p:spPr>
          <a:xfrm>
            <a:off x="7909337" y="3926581"/>
            <a:ext cx="1964700" cy="1964700"/>
          </a:xfrm>
          <a:prstGeom prst="pie">
            <a:avLst>
              <a:gd fmla="val 10800229" name="adj1"/>
              <a:gd fmla="val 1620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23" name="Google Shape;2323;p90"/>
          <p:cNvSpPr/>
          <p:nvPr>
            <p:ph idx="2" type="pic"/>
          </p:nvPr>
        </p:nvSpPr>
        <p:spPr>
          <a:xfrm>
            <a:off x="5251720" y="1368775"/>
            <a:ext cx="1154100" cy="1154100"/>
          </a:xfrm>
          <a:prstGeom prst="ellipse">
            <a:avLst/>
          </a:prstGeom>
          <a:noFill/>
          <a:ln>
            <a:noFill/>
          </a:ln>
        </p:spPr>
      </p:sp>
      <p:sp>
        <p:nvSpPr>
          <p:cNvPr id="2324" name="Google Shape;2324;p90"/>
          <p:cNvSpPr/>
          <p:nvPr>
            <p:ph idx="3" type="pic"/>
          </p:nvPr>
        </p:nvSpPr>
        <p:spPr>
          <a:xfrm>
            <a:off x="7865800" y="2667450"/>
            <a:ext cx="1154100" cy="1154100"/>
          </a:xfrm>
          <a:prstGeom prst="ellipse">
            <a:avLst/>
          </a:prstGeom>
          <a:noFill/>
          <a:ln>
            <a:noFill/>
          </a:ln>
        </p:spPr>
      </p:sp>
      <p:sp>
        <p:nvSpPr>
          <p:cNvPr id="2325" name="Google Shape;2325;p90"/>
          <p:cNvSpPr/>
          <p:nvPr>
            <p:ph idx="4" type="pic"/>
          </p:nvPr>
        </p:nvSpPr>
        <p:spPr>
          <a:xfrm>
            <a:off x="6549574" y="3873750"/>
            <a:ext cx="1154100" cy="1154100"/>
          </a:xfrm>
          <a:prstGeom prst="ellipse">
            <a:avLst/>
          </a:prstGeom>
          <a:noFill/>
          <a:ln>
            <a:noFill/>
          </a:ln>
        </p:spPr>
      </p:sp>
      <p:grpSp>
        <p:nvGrpSpPr>
          <p:cNvPr id="2326" name="Google Shape;2326;p90"/>
          <p:cNvGrpSpPr/>
          <p:nvPr/>
        </p:nvGrpSpPr>
        <p:grpSpPr>
          <a:xfrm>
            <a:off x="5304493" y="3926575"/>
            <a:ext cx="1048500" cy="1048500"/>
            <a:chOff x="5304493" y="3926575"/>
            <a:chExt cx="1048500" cy="1048500"/>
          </a:xfrm>
        </p:grpSpPr>
        <p:sp>
          <p:nvSpPr>
            <p:cNvPr id="2327" name="Google Shape;2327;p90"/>
            <p:cNvSpPr/>
            <p:nvPr/>
          </p:nvSpPr>
          <p:spPr>
            <a:xfrm rot="5400000">
              <a:off x="5564743" y="4170483"/>
              <a:ext cx="528000" cy="1048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28" name="Google Shape;2328;p90"/>
            <p:cNvSpPr/>
            <p:nvPr/>
          </p:nvSpPr>
          <p:spPr>
            <a:xfrm rot="5400000">
              <a:off x="5304493" y="3926575"/>
              <a:ext cx="1048500" cy="1048500"/>
            </a:xfrm>
            <a:prstGeom prst="pie">
              <a:avLst>
                <a:gd fmla="val 5371730" name="adj1"/>
                <a:gd fmla="val 1620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29" name="Google Shape;2329;p90"/>
            <p:cNvSpPr/>
            <p:nvPr/>
          </p:nvSpPr>
          <p:spPr>
            <a:xfrm rot="5400000">
              <a:off x="5598925" y="4413681"/>
              <a:ext cx="467100" cy="62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30" name="Google Shape;2330;p90"/>
            <p:cNvSpPr/>
            <p:nvPr/>
          </p:nvSpPr>
          <p:spPr>
            <a:xfrm>
              <a:off x="5521200" y="4182625"/>
              <a:ext cx="622500" cy="621000"/>
            </a:xfrm>
            <a:prstGeom prst="blockArc">
              <a:avLst>
                <a:gd fmla="val 10800000" name="adj1"/>
                <a:gd fmla="val 0" name="adj2"/>
                <a:gd fmla="val 25000" name="adj3"/>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2331" name="Google Shape;2331;p90"/>
            <p:cNvSpPr/>
            <p:nvPr/>
          </p:nvSpPr>
          <p:spPr>
            <a:xfrm>
              <a:off x="5665375" y="4319000"/>
              <a:ext cx="328200" cy="3282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2332" name="Shape 2332"/>
        <p:cNvGrpSpPr/>
        <p:nvPr/>
      </p:nvGrpSpPr>
      <p:grpSpPr>
        <a:xfrm>
          <a:off x="0" y="0"/>
          <a:ext cx="0" cy="0"/>
          <a:chOff x="0" y="0"/>
          <a:chExt cx="0" cy="0"/>
        </a:xfrm>
      </p:grpSpPr>
      <p:sp>
        <p:nvSpPr>
          <p:cNvPr id="2333" name="Google Shape;2333;p9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334" name="Google Shape;2334;p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ith design">
  <p:cSld name="SECTION_HEADER_1_1">
    <p:spTree>
      <p:nvGrpSpPr>
        <p:cNvPr id="2335" name="Shape 2335"/>
        <p:cNvGrpSpPr/>
        <p:nvPr/>
      </p:nvGrpSpPr>
      <p:grpSpPr>
        <a:xfrm>
          <a:off x="0" y="0"/>
          <a:ext cx="0" cy="0"/>
          <a:chOff x="0" y="0"/>
          <a:chExt cx="0" cy="0"/>
        </a:xfrm>
      </p:grpSpPr>
      <p:sp>
        <p:nvSpPr>
          <p:cNvPr id="2336" name="Google Shape;2336;p92"/>
          <p:cNvSpPr/>
          <p:nvPr/>
        </p:nvSpPr>
        <p:spPr>
          <a:xfrm>
            <a:off x="3827121" y="442880"/>
            <a:ext cx="986700" cy="986700"/>
          </a:xfrm>
          <a:prstGeom prst="pie">
            <a:avLst>
              <a:gd fmla="val 5371730"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37" name="Google Shape;2337;p9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2338" name="Google Shape;2338;p92"/>
          <p:cNvGrpSpPr/>
          <p:nvPr/>
        </p:nvGrpSpPr>
        <p:grpSpPr>
          <a:xfrm>
            <a:off x="4467749" y="2331802"/>
            <a:ext cx="3699724" cy="3667875"/>
            <a:chOff x="4467749" y="2331802"/>
            <a:chExt cx="3699724" cy="3667875"/>
          </a:xfrm>
        </p:grpSpPr>
        <p:grpSp>
          <p:nvGrpSpPr>
            <p:cNvPr id="2339" name="Google Shape;2339;p92"/>
            <p:cNvGrpSpPr/>
            <p:nvPr/>
          </p:nvGrpSpPr>
          <p:grpSpPr>
            <a:xfrm>
              <a:off x="4467749" y="2331802"/>
              <a:ext cx="3699724" cy="3667875"/>
              <a:chOff x="4467749" y="2331802"/>
              <a:chExt cx="3699724" cy="3667875"/>
            </a:xfrm>
          </p:grpSpPr>
          <p:sp>
            <p:nvSpPr>
              <p:cNvPr id="2340" name="Google Shape;2340;p92"/>
              <p:cNvSpPr/>
              <p:nvPr/>
            </p:nvSpPr>
            <p:spPr>
              <a:xfrm>
                <a:off x="5465523" y="3331479"/>
                <a:ext cx="1698300" cy="1711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41" name="Google Shape;2341;p92"/>
              <p:cNvSpPr/>
              <p:nvPr/>
            </p:nvSpPr>
            <p:spPr>
              <a:xfrm rot="10800000">
                <a:off x="4467749" y="2331802"/>
                <a:ext cx="1865700" cy="1865700"/>
              </a:xfrm>
              <a:prstGeom prst="pie">
                <a:avLst>
                  <a:gd fmla="val 10800229"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42" name="Google Shape;2342;p92"/>
              <p:cNvSpPr/>
              <p:nvPr/>
            </p:nvSpPr>
            <p:spPr>
              <a:xfrm rot="5400000">
                <a:off x="4467762" y="4133978"/>
                <a:ext cx="1865700" cy="1865700"/>
              </a:xfrm>
              <a:prstGeom prst="pie">
                <a:avLst>
                  <a:gd fmla="val 10800229"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43" name="Google Shape;2343;p92"/>
              <p:cNvSpPr/>
              <p:nvPr/>
            </p:nvSpPr>
            <p:spPr>
              <a:xfrm>
                <a:off x="6301773" y="4133978"/>
                <a:ext cx="1865700" cy="1865700"/>
              </a:xfrm>
              <a:prstGeom prst="pie">
                <a:avLst>
                  <a:gd fmla="val 10800229"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44" name="Google Shape;2344;p92"/>
              <p:cNvSpPr/>
              <p:nvPr/>
            </p:nvSpPr>
            <p:spPr>
              <a:xfrm rot="-5400000">
                <a:off x="6301763" y="2331802"/>
                <a:ext cx="1865700" cy="1865700"/>
              </a:xfrm>
              <a:prstGeom prst="pie">
                <a:avLst>
                  <a:gd fmla="val 10800229"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2345" name="Google Shape;2345;p92"/>
            <p:cNvSpPr/>
            <p:nvPr/>
          </p:nvSpPr>
          <p:spPr>
            <a:xfrm>
              <a:off x="6153961" y="4001955"/>
              <a:ext cx="327300" cy="32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2346" name="Google Shape;2346;p92"/>
          <p:cNvGrpSpPr/>
          <p:nvPr/>
        </p:nvGrpSpPr>
        <p:grpSpPr>
          <a:xfrm>
            <a:off x="7362326" y="3495617"/>
            <a:ext cx="1427100" cy="1427100"/>
            <a:chOff x="7362326" y="3495617"/>
            <a:chExt cx="1427100" cy="1427100"/>
          </a:xfrm>
        </p:grpSpPr>
        <p:sp>
          <p:nvSpPr>
            <p:cNvPr id="2347" name="Google Shape;2347;p92"/>
            <p:cNvSpPr/>
            <p:nvPr/>
          </p:nvSpPr>
          <p:spPr>
            <a:xfrm>
              <a:off x="7362326" y="3495617"/>
              <a:ext cx="1427100" cy="1427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8" name="Google Shape;2348;p92"/>
            <p:cNvSpPr/>
            <p:nvPr/>
          </p:nvSpPr>
          <p:spPr>
            <a:xfrm>
              <a:off x="7588475" y="3667753"/>
              <a:ext cx="986700" cy="5412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49" name="Google Shape;2349;p92"/>
            <p:cNvSpPr/>
            <p:nvPr/>
          </p:nvSpPr>
          <p:spPr>
            <a:xfrm rot="10800000">
              <a:off x="7588720" y="4209115"/>
              <a:ext cx="986700" cy="541200"/>
            </a:xfrm>
            <a:prstGeom prst="triangl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350" name="Google Shape;2350;p92"/>
          <p:cNvSpPr/>
          <p:nvPr>
            <p:ph idx="2" type="pic"/>
          </p:nvPr>
        </p:nvSpPr>
        <p:spPr>
          <a:xfrm>
            <a:off x="1967105" y="172100"/>
            <a:ext cx="1427100" cy="1427100"/>
          </a:xfrm>
          <a:prstGeom prst="ellipse">
            <a:avLst/>
          </a:prstGeom>
          <a:noFill/>
          <a:ln>
            <a:noFill/>
          </a:ln>
        </p:spPr>
      </p:sp>
      <p:grpSp>
        <p:nvGrpSpPr>
          <p:cNvPr id="2351" name="Google Shape;2351;p92"/>
          <p:cNvGrpSpPr/>
          <p:nvPr/>
        </p:nvGrpSpPr>
        <p:grpSpPr>
          <a:xfrm>
            <a:off x="3606911" y="172102"/>
            <a:ext cx="1427100" cy="1427100"/>
            <a:chOff x="3627648" y="1768477"/>
            <a:chExt cx="1427100" cy="1427100"/>
          </a:xfrm>
        </p:grpSpPr>
        <p:sp>
          <p:nvSpPr>
            <p:cNvPr id="2352" name="Google Shape;2352;p92"/>
            <p:cNvSpPr/>
            <p:nvPr/>
          </p:nvSpPr>
          <p:spPr>
            <a:xfrm>
              <a:off x="3627648" y="1768477"/>
              <a:ext cx="1427100" cy="1427100"/>
            </a:xfrm>
            <a:prstGeom prst="pie">
              <a:avLst>
                <a:gd fmla="val 5371730"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53" name="Google Shape;2353;p92"/>
            <p:cNvSpPr/>
            <p:nvPr/>
          </p:nvSpPr>
          <p:spPr>
            <a:xfrm>
              <a:off x="3888272" y="2026616"/>
              <a:ext cx="905700" cy="905700"/>
            </a:xfrm>
            <a:prstGeom prst="pie">
              <a:avLst>
                <a:gd fmla="val 5370378"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2354" name="Google Shape;2354;p92"/>
          <p:cNvGrpSpPr/>
          <p:nvPr/>
        </p:nvGrpSpPr>
        <p:grpSpPr>
          <a:xfrm>
            <a:off x="4714607" y="110592"/>
            <a:ext cx="1550100" cy="1550100"/>
            <a:chOff x="4610744" y="1678917"/>
            <a:chExt cx="1550100" cy="1550100"/>
          </a:xfrm>
        </p:grpSpPr>
        <p:sp>
          <p:nvSpPr>
            <p:cNvPr id="2355" name="Google Shape;2355;p92"/>
            <p:cNvSpPr/>
            <p:nvPr/>
          </p:nvSpPr>
          <p:spPr>
            <a:xfrm>
              <a:off x="5300028" y="1678917"/>
              <a:ext cx="165600" cy="1550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56" name="Google Shape;2356;p92"/>
            <p:cNvSpPr/>
            <p:nvPr/>
          </p:nvSpPr>
          <p:spPr>
            <a:xfrm rot="5400000">
              <a:off x="5302994" y="1679032"/>
              <a:ext cx="165600" cy="1550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57" name="Google Shape;2357;p92"/>
            <p:cNvSpPr/>
            <p:nvPr/>
          </p:nvSpPr>
          <p:spPr>
            <a:xfrm rot="2700000">
              <a:off x="5314756" y="1676715"/>
              <a:ext cx="165463" cy="1550261"/>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58" name="Google Shape;2358;p92"/>
            <p:cNvSpPr/>
            <p:nvPr/>
          </p:nvSpPr>
          <p:spPr>
            <a:xfrm rot="8100000">
              <a:off x="5316947" y="1678838"/>
              <a:ext cx="165463" cy="1550261"/>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2359" name="Google Shape;2359;p9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360" name="Google Shape;2360;p92"/>
          <p:cNvSpPr/>
          <p:nvPr/>
        </p:nvSpPr>
        <p:spPr>
          <a:xfrm rot="10800000">
            <a:off x="7481003" y="159665"/>
            <a:ext cx="1335900" cy="1335000"/>
          </a:xfrm>
          <a:prstGeom prst="pie">
            <a:avLst>
              <a:gd fmla="val 5371730" name="adj1"/>
              <a:gd fmla="val 1620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nvGrpSpPr>
          <p:cNvPr id="2361" name="Google Shape;2361;p92"/>
          <p:cNvGrpSpPr/>
          <p:nvPr/>
        </p:nvGrpSpPr>
        <p:grpSpPr>
          <a:xfrm>
            <a:off x="327330" y="172104"/>
            <a:ext cx="1427100" cy="1427100"/>
            <a:chOff x="327330" y="1704829"/>
            <a:chExt cx="1427100" cy="1427100"/>
          </a:xfrm>
        </p:grpSpPr>
        <p:sp>
          <p:nvSpPr>
            <p:cNvPr id="2362" name="Google Shape;2362;p92"/>
            <p:cNvSpPr/>
            <p:nvPr/>
          </p:nvSpPr>
          <p:spPr>
            <a:xfrm>
              <a:off x="327330" y="1704829"/>
              <a:ext cx="1427100" cy="14271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63" name="Google Shape;2363;p92"/>
            <p:cNvSpPr/>
            <p:nvPr/>
          </p:nvSpPr>
          <p:spPr>
            <a:xfrm>
              <a:off x="553479" y="1876966"/>
              <a:ext cx="986700" cy="5412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64" name="Google Shape;2364;p92"/>
            <p:cNvSpPr/>
            <p:nvPr/>
          </p:nvSpPr>
          <p:spPr>
            <a:xfrm rot="10800000">
              <a:off x="553724" y="2418485"/>
              <a:ext cx="986700" cy="541200"/>
            </a:xfrm>
            <a:prstGeom prst="triangl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2365" name="Google Shape;2365;p92"/>
          <p:cNvSpPr/>
          <p:nvPr>
            <p:ph idx="3" type="pic"/>
          </p:nvPr>
        </p:nvSpPr>
        <p:spPr>
          <a:xfrm>
            <a:off x="6513505" y="172100"/>
            <a:ext cx="1427100" cy="1427100"/>
          </a:xfrm>
          <a:prstGeom prst="ellipse">
            <a:avLst/>
          </a:prstGeom>
          <a:noFill/>
          <a:ln>
            <a:noFill/>
          </a:ln>
        </p:spPr>
      </p:sp>
      <p:sp>
        <p:nvSpPr>
          <p:cNvPr id="2366" name="Google Shape;2366;p92"/>
          <p:cNvSpPr/>
          <p:nvPr>
            <p:ph idx="4" type="pic"/>
          </p:nvPr>
        </p:nvSpPr>
        <p:spPr>
          <a:xfrm>
            <a:off x="3858455" y="3482800"/>
            <a:ext cx="1427100" cy="1427100"/>
          </a:xfrm>
          <a:prstGeom prst="ellipse">
            <a:avLst/>
          </a:prstGeom>
          <a:noFill/>
          <a:ln>
            <a:noFill/>
          </a:ln>
        </p:spPr>
      </p:sp>
      <p:grpSp>
        <p:nvGrpSpPr>
          <p:cNvPr id="2367" name="Google Shape;2367;p92"/>
          <p:cNvGrpSpPr/>
          <p:nvPr/>
        </p:nvGrpSpPr>
        <p:grpSpPr>
          <a:xfrm>
            <a:off x="2085716" y="3493182"/>
            <a:ext cx="1427371" cy="1427480"/>
            <a:chOff x="2051556" y="3485072"/>
            <a:chExt cx="1427371" cy="1427480"/>
          </a:xfrm>
        </p:grpSpPr>
        <p:sp>
          <p:nvSpPr>
            <p:cNvPr id="2368" name="Google Shape;2368;p92"/>
            <p:cNvSpPr/>
            <p:nvPr/>
          </p:nvSpPr>
          <p:spPr>
            <a:xfrm rot="10800000">
              <a:off x="2051556" y="3485072"/>
              <a:ext cx="1427100" cy="1427100"/>
            </a:xfrm>
            <a:prstGeom prst="pie">
              <a:avLst>
                <a:gd fmla="val 10800229" name="adj1"/>
                <a:gd fmla="val 1620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69" name="Google Shape;2369;p92"/>
            <p:cNvSpPr/>
            <p:nvPr/>
          </p:nvSpPr>
          <p:spPr>
            <a:xfrm>
              <a:off x="2051827" y="3485452"/>
              <a:ext cx="1427100" cy="1427100"/>
            </a:xfrm>
            <a:prstGeom prst="pie">
              <a:avLst>
                <a:gd fmla="val 10800229" name="adj1"/>
                <a:gd fmla="val 1620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2370" name="Google Shape;2370;p92"/>
          <p:cNvGrpSpPr/>
          <p:nvPr/>
        </p:nvGrpSpPr>
        <p:grpSpPr>
          <a:xfrm>
            <a:off x="326779" y="3493318"/>
            <a:ext cx="1427345" cy="1427345"/>
            <a:chOff x="333654" y="3411140"/>
            <a:chExt cx="1509300" cy="1509300"/>
          </a:xfrm>
        </p:grpSpPr>
        <p:sp>
          <p:nvSpPr>
            <p:cNvPr id="2371" name="Google Shape;2371;p92"/>
            <p:cNvSpPr/>
            <p:nvPr/>
          </p:nvSpPr>
          <p:spPr>
            <a:xfrm rot="10800000">
              <a:off x="333654" y="3411140"/>
              <a:ext cx="1509300" cy="150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nvGrpSpPr>
            <p:cNvPr id="2372" name="Google Shape;2372;p92"/>
            <p:cNvGrpSpPr/>
            <p:nvPr/>
          </p:nvGrpSpPr>
          <p:grpSpPr>
            <a:xfrm>
              <a:off x="573636" y="3657790"/>
              <a:ext cx="1042347" cy="1042090"/>
              <a:chOff x="5601407" y="2781872"/>
              <a:chExt cx="887935" cy="887716"/>
            </a:xfrm>
          </p:grpSpPr>
          <p:sp>
            <p:nvSpPr>
              <p:cNvPr id="2373" name="Google Shape;2373;p92"/>
              <p:cNvSpPr/>
              <p:nvPr/>
            </p:nvSpPr>
            <p:spPr>
              <a:xfrm>
                <a:off x="5601642" y="2781882"/>
                <a:ext cx="887700" cy="887700"/>
              </a:xfrm>
              <a:prstGeom prst="pie">
                <a:avLst>
                  <a:gd fmla="val 10800229" name="adj1"/>
                  <a:gd fmla="val 16200000"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74" name="Google Shape;2374;p92"/>
              <p:cNvSpPr/>
              <p:nvPr/>
            </p:nvSpPr>
            <p:spPr>
              <a:xfrm rot="10800000">
                <a:off x="5601420" y="2781882"/>
                <a:ext cx="887700" cy="887700"/>
              </a:xfrm>
              <a:prstGeom prst="pie">
                <a:avLst>
                  <a:gd fmla="val 10800229" name="adj1"/>
                  <a:gd fmla="val 16217256"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75" name="Google Shape;2375;p92"/>
              <p:cNvSpPr/>
              <p:nvPr/>
            </p:nvSpPr>
            <p:spPr>
              <a:xfrm rot="5400000">
                <a:off x="5601634" y="2781888"/>
                <a:ext cx="887700" cy="887700"/>
              </a:xfrm>
              <a:prstGeom prst="pie">
                <a:avLst>
                  <a:gd fmla="val 10800229"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76" name="Google Shape;2376;p92"/>
              <p:cNvSpPr/>
              <p:nvPr/>
            </p:nvSpPr>
            <p:spPr>
              <a:xfrm rot="-5400000">
                <a:off x="5601407" y="2781872"/>
                <a:ext cx="887700" cy="887700"/>
              </a:xfrm>
              <a:prstGeom prst="pie">
                <a:avLst>
                  <a:gd fmla="val 10800229" name="adj1"/>
                  <a:gd fmla="val 1620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2377" name="Shape 2377"/>
        <p:cNvGrpSpPr/>
        <p:nvPr/>
      </p:nvGrpSpPr>
      <p:grpSpPr>
        <a:xfrm>
          <a:off x="0" y="0"/>
          <a:ext cx="0" cy="0"/>
          <a:chOff x="0" y="0"/>
          <a:chExt cx="0" cy="0"/>
        </a:xfrm>
      </p:grpSpPr>
      <p:sp>
        <p:nvSpPr>
          <p:cNvPr id="2378" name="Google Shape;2378;p93"/>
          <p:cNvSpPr txBox="1"/>
          <p:nvPr>
            <p:ph type="title"/>
          </p:nvPr>
        </p:nvSpPr>
        <p:spPr>
          <a:xfrm>
            <a:off x="1901725" y="2150850"/>
            <a:ext cx="54702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10900"/>
              <a:buNone/>
              <a:defRPr sz="109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with design">
  <p:cSld name="CUSTOM_7">
    <p:spTree>
      <p:nvGrpSpPr>
        <p:cNvPr id="2379" name="Shape 2379"/>
        <p:cNvGrpSpPr/>
        <p:nvPr/>
      </p:nvGrpSpPr>
      <p:grpSpPr>
        <a:xfrm>
          <a:off x="0" y="0"/>
          <a:ext cx="0" cy="0"/>
          <a:chOff x="0" y="0"/>
          <a:chExt cx="0" cy="0"/>
        </a:xfrm>
      </p:grpSpPr>
      <p:grpSp>
        <p:nvGrpSpPr>
          <p:cNvPr id="2380" name="Google Shape;2380;p94"/>
          <p:cNvGrpSpPr/>
          <p:nvPr/>
        </p:nvGrpSpPr>
        <p:grpSpPr>
          <a:xfrm>
            <a:off x="6525689" y="209797"/>
            <a:ext cx="1280952" cy="1280952"/>
            <a:chOff x="5304493" y="3926575"/>
            <a:chExt cx="1048500" cy="1048500"/>
          </a:xfrm>
        </p:grpSpPr>
        <p:sp>
          <p:nvSpPr>
            <p:cNvPr id="2381" name="Google Shape;2381;p94"/>
            <p:cNvSpPr/>
            <p:nvPr/>
          </p:nvSpPr>
          <p:spPr>
            <a:xfrm rot="5400000">
              <a:off x="5564743" y="4170483"/>
              <a:ext cx="528000" cy="1048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82" name="Google Shape;2382;p94"/>
            <p:cNvSpPr/>
            <p:nvPr/>
          </p:nvSpPr>
          <p:spPr>
            <a:xfrm rot="5400000">
              <a:off x="5304493" y="3926575"/>
              <a:ext cx="1048500" cy="1048500"/>
            </a:xfrm>
            <a:prstGeom prst="pie">
              <a:avLst>
                <a:gd fmla="val 5371730" name="adj1"/>
                <a:gd fmla="val 1620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83" name="Google Shape;2383;p94"/>
            <p:cNvSpPr/>
            <p:nvPr/>
          </p:nvSpPr>
          <p:spPr>
            <a:xfrm rot="5400000">
              <a:off x="5598925" y="4413681"/>
              <a:ext cx="467100" cy="62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84" name="Google Shape;2384;p94"/>
            <p:cNvSpPr/>
            <p:nvPr/>
          </p:nvSpPr>
          <p:spPr>
            <a:xfrm>
              <a:off x="5521200" y="4182625"/>
              <a:ext cx="622500" cy="621000"/>
            </a:xfrm>
            <a:prstGeom prst="blockArc">
              <a:avLst>
                <a:gd fmla="val 10800000" name="adj1"/>
                <a:gd fmla="val 0" name="adj2"/>
                <a:gd fmla="val 25000" name="adj3"/>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sp>
          <p:nvSpPr>
            <p:cNvPr id="2385" name="Google Shape;2385;p94"/>
            <p:cNvSpPr/>
            <p:nvPr/>
          </p:nvSpPr>
          <p:spPr>
            <a:xfrm>
              <a:off x="5665375" y="4319000"/>
              <a:ext cx="328200" cy="3282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Urbanist"/>
                <a:ea typeface="Urbanist"/>
                <a:cs typeface="Urbanist"/>
                <a:sym typeface="Urbanist"/>
              </a:endParaRPr>
            </a:p>
          </p:txBody>
        </p:sp>
      </p:grpSp>
      <p:grpSp>
        <p:nvGrpSpPr>
          <p:cNvPr id="2386" name="Google Shape;2386;p94"/>
          <p:cNvGrpSpPr/>
          <p:nvPr/>
        </p:nvGrpSpPr>
        <p:grpSpPr>
          <a:xfrm>
            <a:off x="4467749" y="2331802"/>
            <a:ext cx="3699724" cy="3667875"/>
            <a:chOff x="4467749" y="2331802"/>
            <a:chExt cx="3699724" cy="3667875"/>
          </a:xfrm>
        </p:grpSpPr>
        <p:grpSp>
          <p:nvGrpSpPr>
            <p:cNvPr id="2387" name="Google Shape;2387;p94"/>
            <p:cNvGrpSpPr/>
            <p:nvPr/>
          </p:nvGrpSpPr>
          <p:grpSpPr>
            <a:xfrm>
              <a:off x="4467749" y="2331802"/>
              <a:ext cx="3699724" cy="3667875"/>
              <a:chOff x="4467749" y="2331802"/>
              <a:chExt cx="3699724" cy="3667875"/>
            </a:xfrm>
          </p:grpSpPr>
          <p:sp>
            <p:nvSpPr>
              <p:cNvPr id="2388" name="Google Shape;2388;p94"/>
              <p:cNvSpPr/>
              <p:nvPr/>
            </p:nvSpPr>
            <p:spPr>
              <a:xfrm>
                <a:off x="5465523" y="3331479"/>
                <a:ext cx="1698300" cy="1711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89" name="Google Shape;2389;p94"/>
              <p:cNvSpPr/>
              <p:nvPr/>
            </p:nvSpPr>
            <p:spPr>
              <a:xfrm rot="10800000">
                <a:off x="4467749" y="2331802"/>
                <a:ext cx="1865700" cy="1865700"/>
              </a:xfrm>
              <a:prstGeom prst="pie">
                <a:avLst>
                  <a:gd fmla="val 10800229"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90" name="Google Shape;2390;p94"/>
              <p:cNvSpPr/>
              <p:nvPr/>
            </p:nvSpPr>
            <p:spPr>
              <a:xfrm rot="5400000">
                <a:off x="4467762" y="4133978"/>
                <a:ext cx="1865700" cy="1865700"/>
              </a:xfrm>
              <a:prstGeom prst="pie">
                <a:avLst>
                  <a:gd fmla="val 10800229"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91" name="Google Shape;2391;p94"/>
              <p:cNvSpPr/>
              <p:nvPr/>
            </p:nvSpPr>
            <p:spPr>
              <a:xfrm>
                <a:off x="6301773" y="4133978"/>
                <a:ext cx="1865700" cy="1865700"/>
              </a:xfrm>
              <a:prstGeom prst="pie">
                <a:avLst>
                  <a:gd fmla="val 10800229"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92" name="Google Shape;2392;p94"/>
              <p:cNvSpPr/>
              <p:nvPr/>
            </p:nvSpPr>
            <p:spPr>
              <a:xfrm rot="-5400000">
                <a:off x="6301763" y="2331802"/>
                <a:ext cx="1865700" cy="1865700"/>
              </a:xfrm>
              <a:prstGeom prst="pie">
                <a:avLst>
                  <a:gd fmla="val 10800229" name="adj1"/>
                  <a:gd fmla="val 1620000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2393" name="Google Shape;2393;p94"/>
            <p:cNvSpPr/>
            <p:nvPr/>
          </p:nvSpPr>
          <p:spPr>
            <a:xfrm>
              <a:off x="6153961" y="4001955"/>
              <a:ext cx="327300" cy="3276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2394" name="Google Shape;2394;p94"/>
          <p:cNvGrpSpPr/>
          <p:nvPr/>
        </p:nvGrpSpPr>
        <p:grpSpPr>
          <a:xfrm>
            <a:off x="7362326" y="3495617"/>
            <a:ext cx="1427100" cy="1427100"/>
            <a:chOff x="7362326" y="3495617"/>
            <a:chExt cx="1427100" cy="1427100"/>
          </a:xfrm>
        </p:grpSpPr>
        <p:sp>
          <p:nvSpPr>
            <p:cNvPr id="2395" name="Google Shape;2395;p94"/>
            <p:cNvSpPr/>
            <p:nvPr/>
          </p:nvSpPr>
          <p:spPr>
            <a:xfrm>
              <a:off x="7362326" y="3495617"/>
              <a:ext cx="1427100" cy="1427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6" name="Google Shape;2396;p94"/>
            <p:cNvSpPr/>
            <p:nvPr/>
          </p:nvSpPr>
          <p:spPr>
            <a:xfrm>
              <a:off x="7588475" y="3667753"/>
              <a:ext cx="986700" cy="5412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397" name="Google Shape;2397;p94"/>
            <p:cNvSpPr/>
            <p:nvPr/>
          </p:nvSpPr>
          <p:spPr>
            <a:xfrm rot="10800000">
              <a:off x="7588720" y="4209115"/>
              <a:ext cx="986700" cy="541200"/>
            </a:xfrm>
            <a:prstGeom prst="triangl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398" name="Google Shape;2398;p94"/>
          <p:cNvGrpSpPr/>
          <p:nvPr/>
        </p:nvGrpSpPr>
        <p:grpSpPr>
          <a:xfrm>
            <a:off x="3859917" y="165239"/>
            <a:ext cx="1427100" cy="1427100"/>
            <a:chOff x="3859917" y="165239"/>
            <a:chExt cx="1427100" cy="1427100"/>
          </a:xfrm>
        </p:grpSpPr>
        <p:sp>
          <p:nvSpPr>
            <p:cNvPr id="2399" name="Google Shape;2399;p94"/>
            <p:cNvSpPr/>
            <p:nvPr/>
          </p:nvSpPr>
          <p:spPr>
            <a:xfrm>
              <a:off x="3859917" y="165239"/>
              <a:ext cx="1427100" cy="1427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00" name="Google Shape;2400;p94"/>
            <p:cNvSpPr/>
            <p:nvPr/>
          </p:nvSpPr>
          <p:spPr>
            <a:xfrm>
              <a:off x="4078528" y="337375"/>
              <a:ext cx="986700" cy="5412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01" name="Google Shape;2401;p94"/>
            <p:cNvSpPr/>
            <p:nvPr/>
          </p:nvSpPr>
          <p:spPr>
            <a:xfrm rot="10800000">
              <a:off x="4078773" y="878737"/>
              <a:ext cx="986700" cy="541200"/>
            </a:xfrm>
            <a:prstGeom prst="triangle">
              <a:avLst>
                <a:gd fmla="val 5000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2402" name="Google Shape;2402;p94"/>
          <p:cNvGrpSpPr/>
          <p:nvPr/>
        </p:nvGrpSpPr>
        <p:grpSpPr>
          <a:xfrm>
            <a:off x="7508450" y="-426897"/>
            <a:ext cx="1281000" cy="1912749"/>
            <a:chOff x="7508450" y="-426897"/>
            <a:chExt cx="1281000" cy="1912749"/>
          </a:xfrm>
        </p:grpSpPr>
        <p:sp>
          <p:nvSpPr>
            <p:cNvPr id="2403" name="Google Shape;2403;p94"/>
            <p:cNvSpPr/>
            <p:nvPr/>
          </p:nvSpPr>
          <p:spPr>
            <a:xfrm rot="10800000">
              <a:off x="7508450" y="204853"/>
              <a:ext cx="1281000" cy="1281000"/>
            </a:xfrm>
            <a:prstGeom prst="pie">
              <a:avLst>
                <a:gd fmla="val 10800229" name="adj1"/>
                <a:gd fmla="val 1620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04" name="Google Shape;2404;p94"/>
            <p:cNvSpPr/>
            <p:nvPr/>
          </p:nvSpPr>
          <p:spPr>
            <a:xfrm rot="10800000">
              <a:off x="7508450" y="-426897"/>
              <a:ext cx="1281000" cy="1281000"/>
            </a:xfrm>
            <a:prstGeom prst="pie">
              <a:avLst>
                <a:gd fmla="val 10800229" name="adj1"/>
                <a:gd fmla="val 1620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2405" name="Google Shape;2405;p94"/>
          <p:cNvGrpSpPr/>
          <p:nvPr/>
        </p:nvGrpSpPr>
        <p:grpSpPr>
          <a:xfrm>
            <a:off x="5527405" y="186685"/>
            <a:ext cx="1281000" cy="1921351"/>
            <a:chOff x="5527405" y="186685"/>
            <a:chExt cx="1281000" cy="1921351"/>
          </a:xfrm>
        </p:grpSpPr>
        <p:sp>
          <p:nvSpPr>
            <p:cNvPr id="2406" name="Google Shape;2406;p94"/>
            <p:cNvSpPr/>
            <p:nvPr/>
          </p:nvSpPr>
          <p:spPr>
            <a:xfrm>
              <a:off x="5527405" y="186685"/>
              <a:ext cx="1281000" cy="1281000"/>
            </a:xfrm>
            <a:prstGeom prst="pie">
              <a:avLst>
                <a:gd fmla="val 10800229"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07" name="Google Shape;2407;p94"/>
            <p:cNvSpPr/>
            <p:nvPr/>
          </p:nvSpPr>
          <p:spPr>
            <a:xfrm>
              <a:off x="5527405" y="827036"/>
              <a:ext cx="1281000" cy="1281000"/>
            </a:xfrm>
            <a:prstGeom prst="pie">
              <a:avLst>
                <a:gd fmla="val 10800229" name="adj1"/>
                <a:gd fmla="val 1620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2408" name="Google Shape;2408;p94"/>
          <p:cNvSpPr/>
          <p:nvPr>
            <p:ph idx="2" type="pic"/>
          </p:nvPr>
        </p:nvSpPr>
        <p:spPr>
          <a:xfrm>
            <a:off x="2139450" y="826800"/>
            <a:ext cx="1335000" cy="1335000"/>
          </a:xfrm>
          <a:prstGeom prst="pie">
            <a:avLst>
              <a:gd fmla="val 10796830" name="adj1"/>
              <a:gd fmla="val 21593224" name="adj2"/>
            </a:avLst>
          </a:prstGeom>
          <a:noFill/>
          <a:ln>
            <a:noFill/>
          </a:ln>
        </p:spPr>
      </p:sp>
      <p:grpSp>
        <p:nvGrpSpPr>
          <p:cNvPr id="2409" name="Google Shape;2409;p94"/>
          <p:cNvGrpSpPr/>
          <p:nvPr/>
        </p:nvGrpSpPr>
        <p:grpSpPr>
          <a:xfrm>
            <a:off x="400244" y="-426897"/>
            <a:ext cx="1281000" cy="2563936"/>
            <a:chOff x="400244" y="-426897"/>
            <a:chExt cx="1281000" cy="2563936"/>
          </a:xfrm>
        </p:grpSpPr>
        <p:sp>
          <p:nvSpPr>
            <p:cNvPr id="2410" name="Google Shape;2410;p94"/>
            <p:cNvSpPr/>
            <p:nvPr/>
          </p:nvSpPr>
          <p:spPr>
            <a:xfrm rot="10800000">
              <a:off x="400244" y="213454"/>
              <a:ext cx="1281000" cy="1281000"/>
            </a:xfrm>
            <a:prstGeom prst="pie">
              <a:avLst>
                <a:gd fmla="val 10800229" name="adj1"/>
                <a:gd fmla="val 1620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11" name="Google Shape;2411;p94"/>
            <p:cNvSpPr/>
            <p:nvPr/>
          </p:nvSpPr>
          <p:spPr>
            <a:xfrm rot="10800000">
              <a:off x="400244" y="-426897"/>
              <a:ext cx="1281000" cy="1281000"/>
            </a:xfrm>
            <a:prstGeom prst="pie">
              <a:avLst>
                <a:gd fmla="val 10800229"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12" name="Google Shape;2412;p94"/>
            <p:cNvSpPr/>
            <p:nvPr/>
          </p:nvSpPr>
          <p:spPr>
            <a:xfrm>
              <a:off x="400244" y="215689"/>
              <a:ext cx="1281000" cy="1281000"/>
            </a:xfrm>
            <a:prstGeom prst="pie">
              <a:avLst>
                <a:gd fmla="val 10800229"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13" name="Google Shape;2413;p94"/>
            <p:cNvSpPr/>
            <p:nvPr/>
          </p:nvSpPr>
          <p:spPr>
            <a:xfrm>
              <a:off x="400244" y="856039"/>
              <a:ext cx="1281000" cy="1281000"/>
            </a:xfrm>
            <a:prstGeom prst="pie">
              <a:avLst>
                <a:gd fmla="val 10800229" name="adj1"/>
                <a:gd fmla="val 1620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2414" name="Google Shape;2414;p94"/>
          <p:cNvSpPr/>
          <p:nvPr>
            <p:ph idx="3" type="pic"/>
          </p:nvPr>
        </p:nvSpPr>
        <p:spPr>
          <a:xfrm>
            <a:off x="3859930" y="3482800"/>
            <a:ext cx="1427100" cy="1427100"/>
          </a:xfrm>
          <a:prstGeom prst="ellipse">
            <a:avLst/>
          </a:prstGeom>
          <a:noFill/>
          <a:ln>
            <a:noFill/>
          </a:ln>
        </p:spPr>
      </p:sp>
      <p:sp>
        <p:nvSpPr>
          <p:cNvPr id="2415" name="Google Shape;2415;p94"/>
          <p:cNvSpPr txBox="1"/>
          <p:nvPr>
            <p:ph type="title"/>
          </p:nvPr>
        </p:nvSpPr>
        <p:spPr>
          <a:xfrm>
            <a:off x="1901725" y="2150850"/>
            <a:ext cx="54702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grpSp>
        <p:nvGrpSpPr>
          <p:cNvPr id="2416" name="Google Shape;2416;p94"/>
          <p:cNvGrpSpPr/>
          <p:nvPr/>
        </p:nvGrpSpPr>
        <p:grpSpPr>
          <a:xfrm>
            <a:off x="327194" y="1794842"/>
            <a:ext cx="1427100" cy="1427100"/>
            <a:chOff x="327194" y="1704829"/>
            <a:chExt cx="1427100" cy="1427100"/>
          </a:xfrm>
        </p:grpSpPr>
        <p:sp>
          <p:nvSpPr>
            <p:cNvPr id="2417" name="Google Shape;2417;p94"/>
            <p:cNvSpPr/>
            <p:nvPr/>
          </p:nvSpPr>
          <p:spPr>
            <a:xfrm>
              <a:off x="327194" y="1704829"/>
              <a:ext cx="1427100" cy="14271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18" name="Google Shape;2418;p94"/>
            <p:cNvSpPr/>
            <p:nvPr/>
          </p:nvSpPr>
          <p:spPr>
            <a:xfrm>
              <a:off x="547394" y="1876966"/>
              <a:ext cx="986700" cy="5412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19" name="Google Shape;2419;p94"/>
            <p:cNvSpPr/>
            <p:nvPr/>
          </p:nvSpPr>
          <p:spPr>
            <a:xfrm rot="10800000">
              <a:off x="547394" y="2418485"/>
              <a:ext cx="986700" cy="541200"/>
            </a:xfrm>
            <a:prstGeom prst="triangl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2420" name="Google Shape;2420;p94"/>
          <p:cNvGrpSpPr/>
          <p:nvPr/>
        </p:nvGrpSpPr>
        <p:grpSpPr>
          <a:xfrm>
            <a:off x="6835192" y="1825802"/>
            <a:ext cx="1981761" cy="1335000"/>
            <a:chOff x="6835192" y="1825802"/>
            <a:chExt cx="1981761" cy="1335000"/>
          </a:xfrm>
        </p:grpSpPr>
        <p:sp>
          <p:nvSpPr>
            <p:cNvPr id="2421" name="Google Shape;2421;p94"/>
            <p:cNvSpPr/>
            <p:nvPr/>
          </p:nvSpPr>
          <p:spPr>
            <a:xfrm rot="10800000">
              <a:off x="7481053" y="1825802"/>
              <a:ext cx="1335900" cy="1335000"/>
            </a:xfrm>
            <a:prstGeom prst="pie">
              <a:avLst>
                <a:gd fmla="val 5371730" name="adj1"/>
                <a:gd fmla="val 1620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22" name="Google Shape;2422;p94"/>
            <p:cNvSpPr/>
            <p:nvPr/>
          </p:nvSpPr>
          <p:spPr>
            <a:xfrm rot="10800000">
              <a:off x="6835192" y="1825802"/>
              <a:ext cx="1335900" cy="1335000"/>
            </a:xfrm>
            <a:prstGeom prst="pie">
              <a:avLst>
                <a:gd fmla="val 5371730" name="adj1"/>
                <a:gd fmla="val 1620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nvGrpSpPr>
          <p:cNvPr id="2423" name="Google Shape;2423;p94"/>
          <p:cNvGrpSpPr/>
          <p:nvPr/>
        </p:nvGrpSpPr>
        <p:grpSpPr>
          <a:xfrm>
            <a:off x="326779" y="3493318"/>
            <a:ext cx="1427345" cy="1427345"/>
            <a:chOff x="207002" y="3411140"/>
            <a:chExt cx="1509300" cy="1509300"/>
          </a:xfrm>
        </p:grpSpPr>
        <p:sp>
          <p:nvSpPr>
            <p:cNvPr id="2424" name="Google Shape;2424;p94"/>
            <p:cNvSpPr/>
            <p:nvPr/>
          </p:nvSpPr>
          <p:spPr>
            <a:xfrm rot="10800000">
              <a:off x="207002" y="3411140"/>
              <a:ext cx="1509300" cy="1509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nvGrpSpPr>
            <p:cNvPr id="2425" name="Google Shape;2425;p94"/>
            <p:cNvGrpSpPr/>
            <p:nvPr/>
          </p:nvGrpSpPr>
          <p:grpSpPr>
            <a:xfrm>
              <a:off x="446984" y="3657790"/>
              <a:ext cx="1042347" cy="1042090"/>
              <a:chOff x="5493517" y="2781872"/>
              <a:chExt cx="887935" cy="887716"/>
            </a:xfrm>
          </p:grpSpPr>
          <p:sp>
            <p:nvSpPr>
              <p:cNvPr id="2426" name="Google Shape;2426;p94"/>
              <p:cNvSpPr/>
              <p:nvPr/>
            </p:nvSpPr>
            <p:spPr>
              <a:xfrm>
                <a:off x="5493752" y="2781882"/>
                <a:ext cx="887700" cy="887700"/>
              </a:xfrm>
              <a:prstGeom prst="pie">
                <a:avLst>
                  <a:gd fmla="val 10800229" name="adj1"/>
                  <a:gd fmla="val 16200000"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27" name="Google Shape;2427;p94"/>
              <p:cNvSpPr/>
              <p:nvPr/>
            </p:nvSpPr>
            <p:spPr>
              <a:xfrm rot="10800000">
                <a:off x="5493530" y="2781882"/>
                <a:ext cx="887700" cy="887700"/>
              </a:xfrm>
              <a:prstGeom prst="pie">
                <a:avLst>
                  <a:gd fmla="val 10800229" name="adj1"/>
                  <a:gd fmla="val 16217256"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28" name="Google Shape;2428;p94"/>
              <p:cNvSpPr/>
              <p:nvPr/>
            </p:nvSpPr>
            <p:spPr>
              <a:xfrm rot="5400000">
                <a:off x="5493744" y="2781888"/>
                <a:ext cx="887700" cy="887700"/>
              </a:xfrm>
              <a:prstGeom prst="pie">
                <a:avLst>
                  <a:gd fmla="val 10800229"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29" name="Google Shape;2429;p94"/>
              <p:cNvSpPr/>
              <p:nvPr/>
            </p:nvSpPr>
            <p:spPr>
              <a:xfrm rot="-5400000">
                <a:off x="5493517" y="2781872"/>
                <a:ext cx="887700" cy="887700"/>
              </a:xfrm>
              <a:prstGeom prst="pie">
                <a:avLst>
                  <a:gd fmla="val 10800229" name="adj1"/>
                  <a:gd fmla="val 1620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grpSp>
      <p:grpSp>
        <p:nvGrpSpPr>
          <p:cNvPr id="2430" name="Google Shape;2430;p94"/>
          <p:cNvGrpSpPr/>
          <p:nvPr/>
        </p:nvGrpSpPr>
        <p:grpSpPr>
          <a:xfrm>
            <a:off x="2085716" y="3493182"/>
            <a:ext cx="1427371" cy="1427480"/>
            <a:chOff x="2051556" y="3485072"/>
            <a:chExt cx="1427371" cy="1427480"/>
          </a:xfrm>
        </p:grpSpPr>
        <p:sp>
          <p:nvSpPr>
            <p:cNvPr id="2431" name="Google Shape;2431;p94"/>
            <p:cNvSpPr/>
            <p:nvPr/>
          </p:nvSpPr>
          <p:spPr>
            <a:xfrm rot="10800000">
              <a:off x="2051556" y="3485072"/>
              <a:ext cx="1427100" cy="1427100"/>
            </a:xfrm>
            <a:prstGeom prst="pie">
              <a:avLst>
                <a:gd fmla="val 10800229" name="adj1"/>
                <a:gd fmla="val 1620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32" name="Google Shape;2432;p94"/>
            <p:cNvSpPr/>
            <p:nvPr/>
          </p:nvSpPr>
          <p:spPr>
            <a:xfrm>
              <a:off x="2051827" y="3485452"/>
              <a:ext cx="1427100" cy="1427100"/>
            </a:xfrm>
            <a:prstGeom prst="pie">
              <a:avLst>
                <a:gd fmla="val 10800229" name="adj1"/>
                <a:gd fmla="val 1620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2433" name="Google Shape;2433;p94"/>
          <p:cNvSpPr/>
          <p:nvPr/>
        </p:nvSpPr>
        <p:spPr>
          <a:xfrm rot="5400000">
            <a:off x="2139563" y="161951"/>
            <a:ext cx="1335000" cy="1335000"/>
          </a:xfrm>
          <a:prstGeom prst="pie">
            <a:avLst>
              <a:gd fmla="val 5371730"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pic>
        <p:nvPicPr>
          <p:cNvPr descr="Marble background." id="2434" name="Google Shape;2434;p94"/>
          <p:cNvPicPr preferRelativeResize="0"/>
          <p:nvPr/>
        </p:nvPicPr>
        <p:blipFill rotWithShape="1">
          <a:blip r:embed="rId2">
            <a:alphaModFix/>
          </a:blip>
          <a:srcRect b="0" l="16648" r="16654" t="0"/>
          <a:stretch/>
        </p:blipFill>
        <p:spPr>
          <a:xfrm>
            <a:off x="2139450" y="826800"/>
            <a:ext cx="1335000" cy="1335000"/>
          </a:xfrm>
          <a:prstGeom prst="pie">
            <a:avLst>
              <a:gd fmla="val 10857415" name="adj1"/>
              <a:gd fmla="val 7813" name="adj2"/>
            </a:avLst>
          </a:prstGeom>
          <a:noFill/>
          <a:ln>
            <a:noFill/>
          </a:ln>
        </p:spPr>
      </p:pic>
    </p:spTree>
  </p:cSld>
  <p:clrMapOvr>
    <a:masterClrMapping/>
  </p:clrMapOvr>
  <p:extLst>
    <p:ext uri="{DCECCB84-F9BA-43D5-87BE-67443E8EF086}">
      <p15:sldGuideLst>
        <p15:guide id="1" orient="horz" pos="383">
          <p15:clr>
            <a:srgbClr val="E46962"/>
          </p15:clr>
        </p15:guide>
      </p15:sldGuideLst>
    </p:ext>
  </p:extLst>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6">
    <p:spTree>
      <p:nvGrpSpPr>
        <p:cNvPr id="2435" name="Shape 2435"/>
        <p:cNvGrpSpPr/>
        <p:nvPr/>
      </p:nvGrpSpPr>
      <p:grpSpPr>
        <a:xfrm>
          <a:off x="0" y="0"/>
          <a:ext cx="0" cy="0"/>
          <a:chOff x="0" y="0"/>
          <a:chExt cx="0" cy="0"/>
        </a:xfrm>
      </p:grpSpPr>
    </p:spTree>
  </p:cSld>
  <p:clrMapOvr>
    <a:masterClrMapping/>
  </p:clrMapOvr>
  <p:extLst>
    <p:ext uri="{DCECCB84-F9BA-43D5-87BE-67443E8EF086}">
      <p15:sldGuideLst>
        <p15:guide id="1" orient="horz" pos="383">
          <p15:clr>
            <a:srgbClr val="E46962"/>
          </p15:clr>
        </p15:guide>
      </p15:sldGuideLst>
    </p:ext>
  </p:extLst>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two image " type="tx">
  <p:cSld name="TITLE_AND_BODY">
    <p:spTree>
      <p:nvGrpSpPr>
        <p:cNvPr id="2436" name="Shape 2436"/>
        <p:cNvGrpSpPr/>
        <p:nvPr/>
      </p:nvGrpSpPr>
      <p:grpSpPr>
        <a:xfrm>
          <a:off x="0" y="0"/>
          <a:ext cx="0" cy="0"/>
          <a:chOff x="0" y="0"/>
          <a:chExt cx="0" cy="0"/>
        </a:xfrm>
      </p:grpSpPr>
      <p:sp>
        <p:nvSpPr>
          <p:cNvPr id="2437" name="Google Shape;2437;p96"/>
          <p:cNvSpPr txBox="1"/>
          <p:nvPr>
            <p:ph type="title"/>
          </p:nvPr>
        </p:nvSpPr>
        <p:spPr>
          <a:xfrm>
            <a:off x="3539700" y="1653925"/>
            <a:ext cx="5292600" cy="9192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438" name="Google Shape;2438;p96"/>
          <p:cNvSpPr txBox="1"/>
          <p:nvPr>
            <p:ph idx="1" type="body"/>
          </p:nvPr>
        </p:nvSpPr>
        <p:spPr>
          <a:xfrm>
            <a:off x="3539700" y="2707875"/>
            <a:ext cx="5292600" cy="1361700"/>
          </a:xfrm>
          <a:prstGeom prst="rect">
            <a:avLst/>
          </a:prstGeom>
        </p:spPr>
        <p:txBody>
          <a:bodyPr anchorCtr="0" anchor="t"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
        <p:nvSpPr>
          <p:cNvPr id="2439" name="Google Shape;2439;p9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440" name="Google Shape;2440;p96"/>
          <p:cNvSpPr/>
          <p:nvPr>
            <p:ph idx="2" type="pic"/>
          </p:nvPr>
        </p:nvSpPr>
        <p:spPr>
          <a:xfrm>
            <a:off x="223775" y="3174025"/>
            <a:ext cx="645000" cy="645000"/>
          </a:xfrm>
          <a:prstGeom prst="ellipse">
            <a:avLst/>
          </a:prstGeom>
          <a:noFill/>
          <a:ln>
            <a:noFill/>
          </a:ln>
        </p:spPr>
      </p:sp>
      <p:sp>
        <p:nvSpPr>
          <p:cNvPr id="2441" name="Google Shape;2441;p96"/>
          <p:cNvSpPr/>
          <p:nvPr>
            <p:ph idx="3" type="pic"/>
          </p:nvPr>
        </p:nvSpPr>
        <p:spPr>
          <a:xfrm>
            <a:off x="684600" y="1256050"/>
            <a:ext cx="2855100" cy="2855100"/>
          </a:xfrm>
          <a:prstGeom prst="ellipse">
            <a:avLst/>
          </a:prstGeom>
          <a:noFill/>
          <a:ln>
            <a:noFill/>
          </a:ln>
        </p:spPr>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TITLE_AND_BODY_2">
    <p:spTree>
      <p:nvGrpSpPr>
        <p:cNvPr id="2442" name="Shape 2442"/>
        <p:cNvGrpSpPr/>
        <p:nvPr/>
      </p:nvGrpSpPr>
      <p:grpSpPr>
        <a:xfrm>
          <a:off x="0" y="0"/>
          <a:ext cx="0" cy="0"/>
          <a:chOff x="0" y="0"/>
          <a:chExt cx="0" cy="0"/>
        </a:xfrm>
      </p:grpSpPr>
      <p:sp>
        <p:nvSpPr>
          <p:cNvPr id="2443" name="Google Shape;2443;p97"/>
          <p:cNvSpPr txBox="1"/>
          <p:nvPr>
            <p:ph type="title"/>
          </p:nvPr>
        </p:nvSpPr>
        <p:spPr>
          <a:xfrm>
            <a:off x="1925700" y="1387225"/>
            <a:ext cx="5292600" cy="9192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444" name="Google Shape;2444;p97"/>
          <p:cNvSpPr txBox="1"/>
          <p:nvPr>
            <p:ph idx="1" type="body"/>
          </p:nvPr>
        </p:nvSpPr>
        <p:spPr>
          <a:xfrm>
            <a:off x="1925700" y="2441175"/>
            <a:ext cx="5292600" cy="1361700"/>
          </a:xfrm>
          <a:prstGeom prst="rect">
            <a:avLst/>
          </a:prstGeom>
        </p:spPr>
        <p:txBody>
          <a:bodyPr anchorCtr="0" anchor="t"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
        <p:nvSpPr>
          <p:cNvPr id="2445" name="Google Shape;2445;p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_AND_BODY_1">
    <p:spTree>
      <p:nvGrpSpPr>
        <p:cNvPr id="2446" name="Shape 2446"/>
        <p:cNvGrpSpPr/>
        <p:nvPr/>
      </p:nvGrpSpPr>
      <p:grpSpPr>
        <a:xfrm>
          <a:off x="0" y="0"/>
          <a:ext cx="0" cy="0"/>
          <a:chOff x="0" y="0"/>
          <a:chExt cx="0" cy="0"/>
        </a:xfrm>
      </p:grpSpPr>
      <p:sp>
        <p:nvSpPr>
          <p:cNvPr id="2447" name="Google Shape;2447;p98"/>
          <p:cNvSpPr txBox="1"/>
          <p:nvPr>
            <p:ph type="title"/>
          </p:nvPr>
        </p:nvSpPr>
        <p:spPr>
          <a:xfrm>
            <a:off x="3539700" y="1653925"/>
            <a:ext cx="5292600" cy="9192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448" name="Google Shape;2448;p98"/>
          <p:cNvSpPr txBox="1"/>
          <p:nvPr>
            <p:ph idx="1" type="body"/>
          </p:nvPr>
        </p:nvSpPr>
        <p:spPr>
          <a:xfrm>
            <a:off x="3539700" y="2707875"/>
            <a:ext cx="5292600" cy="1361700"/>
          </a:xfrm>
          <a:prstGeom prst="rect">
            <a:avLst/>
          </a:prstGeom>
        </p:spPr>
        <p:txBody>
          <a:bodyPr anchorCtr="0" anchor="t"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
        <p:nvSpPr>
          <p:cNvPr id="2449" name="Google Shape;2449;p9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450" name="Google Shape;2450;p98"/>
          <p:cNvSpPr/>
          <p:nvPr>
            <p:ph idx="2" type="pic"/>
          </p:nvPr>
        </p:nvSpPr>
        <p:spPr>
          <a:xfrm>
            <a:off x="684600" y="1256050"/>
            <a:ext cx="2855100" cy="2855100"/>
          </a:xfrm>
          <a:prstGeom prst="roundRect">
            <a:avLst>
              <a:gd fmla="val 16667" name="adj"/>
            </a:avLst>
          </a:prstGeom>
          <a:noFill/>
          <a:ln>
            <a:noFill/>
          </a:ln>
        </p:spPr>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with two images" type="twoColTx">
  <p:cSld name="TITLE_AND_TWO_COLUMNS">
    <p:spTree>
      <p:nvGrpSpPr>
        <p:cNvPr id="2451" name="Shape 2451"/>
        <p:cNvGrpSpPr/>
        <p:nvPr/>
      </p:nvGrpSpPr>
      <p:grpSpPr>
        <a:xfrm>
          <a:off x="0" y="0"/>
          <a:ext cx="0" cy="0"/>
          <a:chOff x="0" y="0"/>
          <a:chExt cx="0" cy="0"/>
        </a:xfrm>
      </p:grpSpPr>
      <p:sp>
        <p:nvSpPr>
          <p:cNvPr id="2452" name="Google Shape;2452;p99"/>
          <p:cNvSpPr txBox="1"/>
          <p:nvPr>
            <p:ph type="title"/>
          </p:nvPr>
        </p:nvSpPr>
        <p:spPr>
          <a:xfrm>
            <a:off x="371750" y="3557850"/>
            <a:ext cx="3615000" cy="393600"/>
          </a:xfrm>
          <a:prstGeom prst="rect">
            <a:avLst/>
          </a:prstGeom>
        </p:spPr>
        <p:txBody>
          <a:bodyPr anchorCtr="0" anchor="t" bIns="91425" lIns="91425" spcFirstLastPara="1" rIns="91425" wrap="square" tIns="91425">
            <a:noAutofit/>
          </a:bodyPr>
          <a:lstStyle>
            <a:lvl1pPr lvl="0">
              <a:spcBef>
                <a:spcPts val="0"/>
              </a:spcBef>
              <a:spcAft>
                <a:spcPts val="0"/>
              </a:spcAft>
              <a:buSzPts val="1900"/>
              <a:buNone/>
              <a:defRPr sz="19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53" name="Google Shape;2453;p99"/>
          <p:cNvSpPr txBox="1"/>
          <p:nvPr>
            <p:ph idx="1" type="body"/>
          </p:nvPr>
        </p:nvSpPr>
        <p:spPr>
          <a:xfrm>
            <a:off x="371750" y="1152475"/>
            <a:ext cx="3615000" cy="19899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2454" name="Google Shape;2454;p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455" name="Google Shape;2455;p99"/>
          <p:cNvSpPr txBox="1"/>
          <p:nvPr>
            <p:ph idx="2" type="subTitle"/>
          </p:nvPr>
        </p:nvSpPr>
        <p:spPr>
          <a:xfrm>
            <a:off x="371750" y="3882700"/>
            <a:ext cx="3615000" cy="261000"/>
          </a:xfrm>
          <a:prstGeom prst="rect">
            <a:avLst/>
          </a:prstGeom>
        </p:spPr>
        <p:txBody>
          <a:bodyPr anchorCtr="0" anchor="ctr" bIns="91425" lIns="91425" spcFirstLastPara="1" rIns="91425" wrap="square" tIns="91425">
            <a:noAutofit/>
          </a:bodyPr>
          <a:lstStyle>
            <a:lvl1pPr lvl="0">
              <a:spcBef>
                <a:spcPts val="0"/>
              </a:spcBef>
              <a:spcAft>
                <a:spcPts val="0"/>
              </a:spcAft>
              <a:buSzPts val="1200"/>
              <a:buFont typeface="Urbanist Black"/>
              <a:buNone/>
              <a:defRPr sz="1200">
                <a:latin typeface="Urbanist Black"/>
                <a:ea typeface="Urbanist Black"/>
                <a:cs typeface="Urbanist Black"/>
                <a:sym typeface="Urbanist Black"/>
              </a:defRPr>
            </a:lvl1pPr>
            <a:lvl2pPr lvl="1">
              <a:spcBef>
                <a:spcPts val="0"/>
              </a:spcBef>
              <a:spcAft>
                <a:spcPts val="0"/>
              </a:spcAft>
              <a:buSzPts val="1200"/>
              <a:buFont typeface="Urbanist Black"/>
              <a:buNone/>
              <a:defRPr sz="1200">
                <a:latin typeface="Urbanist Black"/>
                <a:ea typeface="Urbanist Black"/>
                <a:cs typeface="Urbanist Black"/>
                <a:sym typeface="Urbanist Black"/>
              </a:defRPr>
            </a:lvl2pPr>
            <a:lvl3pPr lvl="2">
              <a:spcBef>
                <a:spcPts val="0"/>
              </a:spcBef>
              <a:spcAft>
                <a:spcPts val="0"/>
              </a:spcAft>
              <a:buSzPts val="1200"/>
              <a:buFont typeface="Urbanist Black"/>
              <a:buNone/>
              <a:defRPr sz="1200">
                <a:latin typeface="Urbanist Black"/>
                <a:ea typeface="Urbanist Black"/>
                <a:cs typeface="Urbanist Black"/>
                <a:sym typeface="Urbanist Black"/>
              </a:defRPr>
            </a:lvl3pPr>
            <a:lvl4pPr lvl="3">
              <a:spcBef>
                <a:spcPts val="0"/>
              </a:spcBef>
              <a:spcAft>
                <a:spcPts val="0"/>
              </a:spcAft>
              <a:buSzPts val="1200"/>
              <a:buFont typeface="Urbanist Black"/>
              <a:buNone/>
              <a:defRPr sz="1200">
                <a:latin typeface="Urbanist Black"/>
                <a:ea typeface="Urbanist Black"/>
                <a:cs typeface="Urbanist Black"/>
                <a:sym typeface="Urbanist Black"/>
              </a:defRPr>
            </a:lvl4pPr>
            <a:lvl5pPr lvl="4">
              <a:spcBef>
                <a:spcPts val="0"/>
              </a:spcBef>
              <a:spcAft>
                <a:spcPts val="0"/>
              </a:spcAft>
              <a:buSzPts val="1200"/>
              <a:buFont typeface="Urbanist Black"/>
              <a:buNone/>
              <a:defRPr sz="1200">
                <a:latin typeface="Urbanist Black"/>
                <a:ea typeface="Urbanist Black"/>
                <a:cs typeface="Urbanist Black"/>
                <a:sym typeface="Urbanist Black"/>
              </a:defRPr>
            </a:lvl5pPr>
            <a:lvl6pPr lvl="5">
              <a:spcBef>
                <a:spcPts val="0"/>
              </a:spcBef>
              <a:spcAft>
                <a:spcPts val="0"/>
              </a:spcAft>
              <a:buSzPts val="1200"/>
              <a:buFont typeface="Urbanist Black"/>
              <a:buNone/>
              <a:defRPr sz="1200">
                <a:latin typeface="Urbanist Black"/>
                <a:ea typeface="Urbanist Black"/>
                <a:cs typeface="Urbanist Black"/>
                <a:sym typeface="Urbanist Black"/>
              </a:defRPr>
            </a:lvl6pPr>
            <a:lvl7pPr lvl="6">
              <a:spcBef>
                <a:spcPts val="0"/>
              </a:spcBef>
              <a:spcAft>
                <a:spcPts val="0"/>
              </a:spcAft>
              <a:buSzPts val="1200"/>
              <a:buFont typeface="Urbanist Black"/>
              <a:buNone/>
              <a:defRPr sz="1200">
                <a:latin typeface="Urbanist Black"/>
                <a:ea typeface="Urbanist Black"/>
                <a:cs typeface="Urbanist Black"/>
                <a:sym typeface="Urbanist Black"/>
              </a:defRPr>
            </a:lvl7pPr>
            <a:lvl8pPr lvl="7">
              <a:spcBef>
                <a:spcPts val="0"/>
              </a:spcBef>
              <a:spcAft>
                <a:spcPts val="0"/>
              </a:spcAft>
              <a:buSzPts val="1200"/>
              <a:buFont typeface="Urbanist Black"/>
              <a:buNone/>
              <a:defRPr sz="1200">
                <a:latin typeface="Urbanist Black"/>
                <a:ea typeface="Urbanist Black"/>
                <a:cs typeface="Urbanist Black"/>
                <a:sym typeface="Urbanist Black"/>
              </a:defRPr>
            </a:lvl8pPr>
            <a:lvl9pPr lvl="8">
              <a:spcBef>
                <a:spcPts val="0"/>
              </a:spcBef>
              <a:spcAft>
                <a:spcPts val="0"/>
              </a:spcAft>
              <a:buSzPts val="1200"/>
              <a:buFont typeface="Urbanist Black"/>
              <a:buNone/>
              <a:defRPr sz="1200">
                <a:latin typeface="Urbanist Black"/>
                <a:ea typeface="Urbanist Black"/>
                <a:cs typeface="Urbanist Black"/>
                <a:sym typeface="Urbanist Black"/>
              </a:defRPr>
            </a:lvl9pPr>
          </a:lstStyle>
          <a:p/>
        </p:txBody>
      </p:sp>
      <p:sp>
        <p:nvSpPr>
          <p:cNvPr id="2456" name="Google Shape;2456;p99"/>
          <p:cNvSpPr/>
          <p:nvPr/>
        </p:nvSpPr>
        <p:spPr>
          <a:xfrm>
            <a:off x="7731122" y="157834"/>
            <a:ext cx="257400" cy="2410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57" name="Google Shape;2457;p99"/>
          <p:cNvSpPr/>
          <p:nvPr/>
        </p:nvSpPr>
        <p:spPr>
          <a:xfrm rot="5400000">
            <a:off x="7735559" y="157731"/>
            <a:ext cx="257400" cy="2410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58" name="Google Shape;2458;p99"/>
          <p:cNvSpPr/>
          <p:nvPr/>
        </p:nvSpPr>
        <p:spPr>
          <a:xfrm rot="2700000">
            <a:off x="7753980" y="154455"/>
            <a:ext cx="257528" cy="2410457"/>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59" name="Google Shape;2459;p99"/>
          <p:cNvSpPr/>
          <p:nvPr/>
        </p:nvSpPr>
        <p:spPr>
          <a:xfrm rot="8100000">
            <a:off x="7757334" y="157849"/>
            <a:ext cx="257528" cy="2410457"/>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60" name="Google Shape;2460;p99"/>
          <p:cNvSpPr/>
          <p:nvPr/>
        </p:nvSpPr>
        <p:spPr>
          <a:xfrm>
            <a:off x="4215075" y="2657375"/>
            <a:ext cx="2328300" cy="2328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61" name="Google Shape;2461;p99"/>
          <p:cNvSpPr/>
          <p:nvPr/>
        </p:nvSpPr>
        <p:spPr>
          <a:xfrm>
            <a:off x="4584113" y="2938272"/>
            <a:ext cx="1610400" cy="883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62" name="Google Shape;2462;p99"/>
          <p:cNvSpPr/>
          <p:nvPr/>
        </p:nvSpPr>
        <p:spPr>
          <a:xfrm rot="10800000">
            <a:off x="4584248" y="3821331"/>
            <a:ext cx="1610400" cy="883500"/>
          </a:xfrm>
          <a:prstGeom prst="triangl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63" name="Google Shape;2463;p99"/>
          <p:cNvSpPr/>
          <p:nvPr>
            <p:ph idx="3" type="pic"/>
          </p:nvPr>
        </p:nvSpPr>
        <p:spPr>
          <a:xfrm>
            <a:off x="4215075" y="199075"/>
            <a:ext cx="2328300" cy="2328300"/>
          </a:xfrm>
          <a:prstGeom prst="ellipse">
            <a:avLst/>
          </a:prstGeom>
          <a:noFill/>
          <a:ln>
            <a:noFill/>
          </a:ln>
        </p:spPr>
      </p:sp>
      <p:sp>
        <p:nvSpPr>
          <p:cNvPr id="2464" name="Google Shape;2464;p99"/>
          <p:cNvSpPr/>
          <p:nvPr>
            <p:ph idx="4" type="pic"/>
          </p:nvPr>
        </p:nvSpPr>
        <p:spPr>
          <a:xfrm>
            <a:off x="6695675" y="2657375"/>
            <a:ext cx="2328300" cy="2328300"/>
          </a:xfrm>
          <a:prstGeom prst="ellipse">
            <a:avLst/>
          </a:prstGeom>
          <a:noFill/>
          <a:ln>
            <a:noFill/>
          </a:ln>
        </p:spPr>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TITLE_AND_TWO_COLUMNS_1">
    <p:spTree>
      <p:nvGrpSpPr>
        <p:cNvPr id="2465" name="Shape 2465"/>
        <p:cNvGrpSpPr/>
        <p:nvPr/>
      </p:nvGrpSpPr>
      <p:grpSpPr>
        <a:xfrm>
          <a:off x="0" y="0"/>
          <a:ext cx="0" cy="0"/>
          <a:chOff x="0" y="0"/>
          <a:chExt cx="0" cy="0"/>
        </a:xfrm>
      </p:grpSpPr>
      <p:sp>
        <p:nvSpPr>
          <p:cNvPr id="2466" name="Google Shape;2466;p100"/>
          <p:cNvSpPr txBox="1"/>
          <p:nvPr>
            <p:ph type="title"/>
          </p:nvPr>
        </p:nvSpPr>
        <p:spPr>
          <a:xfrm>
            <a:off x="371750" y="3557850"/>
            <a:ext cx="3615000" cy="393600"/>
          </a:xfrm>
          <a:prstGeom prst="rect">
            <a:avLst/>
          </a:prstGeom>
        </p:spPr>
        <p:txBody>
          <a:bodyPr anchorCtr="0" anchor="t" bIns="91425" lIns="91425" spcFirstLastPara="1" rIns="91425" wrap="square" tIns="91425">
            <a:noAutofit/>
          </a:bodyPr>
          <a:lstStyle>
            <a:lvl1pPr lvl="0">
              <a:spcBef>
                <a:spcPts val="0"/>
              </a:spcBef>
              <a:spcAft>
                <a:spcPts val="0"/>
              </a:spcAft>
              <a:buSzPts val="1900"/>
              <a:buNone/>
              <a:defRPr sz="19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67" name="Google Shape;2467;p100"/>
          <p:cNvSpPr txBox="1"/>
          <p:nvPr>
            <p:ph idx="1" type="body"/>
          </p:nvPr>
        </p:nvSpPr>
        <p:spPr>
          <a:xfrm>
            <a:off x="371750" y="1152475"/>
            <a:ext cx="3615000" cy="1989900"/>
          </a:xfrm>
          <a:prstGeom prst="rect">
            <a:avLst/>
          </a:prstGeom>
        </p:spPr>
        <p:txBody>
          <a:bodyPr anchorCtr="0" anchor="t" bIns="91425" lIns="91425" spcFirstLastPara="1" rIns="91425" wrap="square" tIns="91425">
            <a:noAutofit/>
          </a:bodyPr>
          <a:lstStyle>
            <a:lvl1pPr indent="-355600" lvl="0" marL="457200">
              <a:spcBef>
                <a:spcPts val="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2468" name="Google Shape;2468;p1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469" name="Google Shape;2469;p100"/>
          <p:cNvSpPr txBox="1"/>
          <p:nvPr>
            <p:ph idx="2" type="subTitle"/>
          </p:nvPr>
        </p:nvSpPr>
        <p:spPr>
          <a:xfrm>
            <a:off x="371750" y="3882700"/>
            <a:ext cx="3615000" cy="261000"/>
          </a:xfrm>
          <a:prstGeom prst="rect">
            <a:avLst/>
          </a:prstGeom>
        </p:spPr>
        <p:txBody>
          <a:bodyPr anchorCtr="0" anchor="ctr" bIns="91425" lIns="91425" spcFirstLastPara="1" rIns="91425" wrap="square" tIns="91425">
            <a:noAutofit/>
          </a:bodyPr>
          <a:lstStyle>
            <a:lvl1pPr lvl="0">
              <a:spcBef>
                <a:spcPts val="0"/>
              </a:spcBef>
              <a:spcAft>
                <a:spcPts val="0"/>
              </a:spcAft>
              <a:buSzPts val="1200"/>
              <a:buFont typeface="Urbanist Black"/>
              <a:buNone/>
              <a:defRPr sz="1200">
                <a:latin typeface="Urbanist Black"/>
                <a:ea typeface="Urbanist Black"/>
                <a:cs typeface="Urbanist Black"/>
                <a:sym typeface="Urbanist Black"/>
              </a:defRPr>
            </a:lvl1pPr>
            <a:lvl2pPr lvl="1">
              <a:spcBef>
                <a:spcPts val="0"/>
              </a:spcBef>
              <a:spcAft>
                <a:spcPts val="0"/>
              </a:spcAft>
              <a:buSzPts val="1200"/>
              <a:buFont typeface="Urbanist Black"/>
              <a:buNone/>
              <a:defRPr sz="1200">
                <a:latin typeface="Urbanist Black"/>
                <a:ea typeface="Urbanist Black"/>
                <a:cs typeface="Urbanist Black"/>
                <a:sym typeface="Urbanist Black"/>
              </a:defRPr>
            </a:lvl2pPr>
            <a:lvl3pPr lvl="2">
              <a:spcBef>
                <a:spcPts val="0"/>
              </a:spcBef>
              <a:spcAft>
                <a:spcPts val="0"/>
              </a:spcAft>
              <a:buSzPts val="1200"/>
              <a:buFont typeface="Urbanist Black"/>
              <a:buNone/>
              <a:defRPr sz="1200">
                <a:latin typeface="Urbanist Black"/>
                <a:ea typeface="Urbanist Black"/>
                <a:cs typeface="Urbanist Black"/>
                <a:sym typeface="Urbanist Black"/>
              </a:defRPr>
            </a:lvl3pPr>
            <a:lvl4pPr lvl="3">
              <a:spcBef>
                <a:spcPts val="0"/>
              </a:spcBef>
              <a:spcAft>
                <a:spcPts val="0"/>
              </a:spcAft>
              <a:buSzPts val="1200"/>
              <a:buFont typeface="Urbanist Black"/>
              <a:buNone/>
              <a:defRPr sz="1200">
                <a:latin typeface="Urbanist Black"/>
                <a:ea typeface="Urbanist Black"/>
                <a:cs typeface="Urbanist Black"/>
                <a:sym typeface="Urbanist Black"/>
              </a:defRPr>
            </a:lvl4pPr>
            <a:lvl5pPr lvl="4">
              <a:spcBef>
                <a:spcPts val="0"/>
              </a:spcBef>
              <a:spcAft>
                <a:spcPts val="0"/>
              </a:spcAft>
              <a:buSzPts val="1200"/>
              <a:buFont typeface="Urbanist Black"/>
              <a:buNone/>
              <a:defRPr sz="1200">
                <a:latin typeface="Urbanist Black"/>
                <a:ea typeface="Urbanist Black"/>
                <a:cs typeface="Urbanist Black"/>
                <a:sym typeface="Urbanist Black"/>
              </a:defRPr>
            </a:lvl5pPr>
            <a:lvl6pPr lvl="5">
              <a:spcBef>
                <a:spcPts val="0"/>
              </a:spcBef>
              <a:spcAft>
                <a:spcPts val="0"/>
              </a:spcAft>
              <a:buSzPts val="1200"/>
              <a:buFont typeface="Urbanist Black"/>
              <a:buNone/>
              <a:defRPr sz="1200">
                <a:latin typeface="Urbanist Black"/>
                <a:ea typeface="Urbanist Black"/>
                <a:cs typeface="Urbanist Black"/>
                <a:sym typeface="Urbanist Black"/>
              </a:defRPr>
            </a:lvl6pPr>
            <a:lvl7pPr lvl="6">
              <a:spcBef>
                <a:spcPts val="0"/>
              </a:spcBef>
              <a:spcAft>
                <a:spcPts val="0"/>
              </a:spcAft>
              <a:buSzPts val="1200"/>
              <a:buFont typeface="Urbanist Black"/>
              <a:buNone/>
              <a:defRPr sz="1200">
                <a:latin typeface="Urbanist Black"/>
                <a:ea typeface="Urbanist Black"/>
                <a:cs typeface="Urbanist Black"/>
                <a:sym typeface="Urbanist Black"/>
              </a:defRPr>
            </a:lvl7pPr>
            <a:lvl8pPr lvl="7">
              <a:spcBef>
                <a:spcPts val="0"/>
              </a:spcBef>
              <a:spcAft>
                <a:spcPts val="0"/>
              </a:spcAft>
              <a:buSzPts val="1200"/>
              <a:buFont typeface="Urbanist Black"/>
              <a:buNone/>
              <a:defRPr sz="1200">
                <a:latin typeface="Urbanist Black"/>
                <a:ea typeface="Urbanist Black"/>
                <a:cs typeface="Urbanist Black"/>
                <a:sym typeface="Urbanist Black"/>
              </a:defRPr>
            </a:lvl8pPr>
            <a:lvl9pPr lvl="8">
              <a:spcBef>
                <a:spcPts val="0"/>
              </a:spcBef>
              <a:spcAft>
                <a:spcPts val="0"/>
              </a:spcAft>
              <a:buSzPts val="1200"/>
              <a:buFont typeface="Urbanist Black"/>
              <a:buNone/>
              <a:defRPr sz="1200">
                <a:latin typeface="Urbanist Black"/>
                <a:ea typeface="Urbanist Black"/>
                <a:cs typeface="Urbanist Black"/>
                <a:sym typeface="Urbanist Black"/>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type="titleOnly">
  <p:cSld name="TITLE_ONLY">
    <p:spTree>
      <p:nvGrpSpPr>
        <p:cNvPr id="2470" name="Shape 2470"/>
        <p:cNvGrpSpPr/>
        <p:nvPr/>
      </p:nvGrpSpPr>
      <p:grpSpPr>
        <a:xfrm>
          <a:off x="0" y="0"/>
          <a:ext cx="0" cy="0"/>
          <a:chOff x="0" y="0"/>
          <a:chExt cx="0" cy="0"/>
        </a:xfrm>
      </p:grpSpPr>
      <p:sp>
        <p:nvSpPr>
          <p:cNvPr id="2471" name="Google Shape;2471;p101"/>
          <p:cNvSpPr txBox="1"/>
          <p:nvPr>
            <p:ph type="title"/>
          </p:nvPr>
        </p:nvSpPr>
        <p:spPr>
          <a:xfrm>
            <a:off x="311700" y="1269875"/>
            <a:ext cx="8520600" cy="894600"/>
          </a:xfrm>
          <a:prstGeom prst="rect">
            <a:avLst/>
          </a:prstGeom>
        </p:spPr>
        <p:txBody>
          <a:bodyPr anchorCtr="0" anchor="t" bIns="91425" lIns="91425" spcFirstLastPara="1" rIns="91425" wrap="square" tIns="91425">
            <a:noAutofit/>
          </a:bodyPr>
          <a:lstStyle>
            <a:lvl1pPr lvl="0" algn="ctr">
              <a:lnSpc>
                <a:spcPct val="70000"/>
              </a:lnSpc>
              <a:spcBef>
                <a:spcPts val="0"/>
              </a:spcBef>
              <a:spcAft>
                <a:spcPts val="0"/>
              </a:spcAft>
              <a:buSzPts val="7900"/>
              <a:buNone/>
              <a:defRPr sz="7900"/>
            </a:lvl1pPr>
            <a:lvl2pPr lvl="1" algn="ctr">
              <a:lnSpc>
                <a:spcPct val="70000"/>
              </a:lnSpc>
              <a:spcBef>
                <a:spcPts val="0"/>
              </a:spcBef>
              <a:spcAft>
                <a:spcPts val="0"/>
              </a:spcAft>
              <a:buSzPts val="7900"/>
              <a:buNone/>
              <a:defRPr sz="7900"/>
            </a:lvl2pPr>
            <a:lvl3pPr lvl="2" algn="ctr">
              <a:lnSpc>
                <a:spcPct val="70000"/>
              </a:lnSpc>
              <a:spcBef>
                <a:spcPts val="0"/>
              </a:spcBef>
              <a:spcAft>
                <a:spcPts val="0"/>
              </a:spcAft>
              <a:buSzPts val="7900"/>
              <a:buNone/>
              <a:defRPr sz="7900"/>
            </a:lvl3pPr>
            <a:lvl4pPr lvl="3" algn="ctr">
              <a:lnSpc>
                <a:spcPct val="70000"/>
              </a:lnSpc>
              <a:spcBef>
                <a:spcPts val="0"/>
              </a:spcBef>
              <a:spcAft>
                <a:spcPts val="0"/>
              </a:spcAft>
              <a:buSzPts val="7900"/>
              <a:buNone/>
              <a:defRPr sz="7900"/>
            </a:lvl4pPr>
            <a:lvl5pPr lvl="4" algn="ctr">
              <a:lnSpc>
                <a:spcPct val="70000"/>
              </a:lnSpc>
              <a:spcBef>
                <a:spcPts val="0"/>
              </a:spcBef>
              <a:spcAft>
                <a:spcPts val="0"/>
              </a:spcAft>
              <a:buSzPts val="7900"/>
              <a:buNone/>
              <a:defRPr sz="7900"/>
            </a:lvl5pPr>
            <a:lvl6pPr lvl="5" algn="ctr">
              <a:lnSpc>
                <a:spcPct val="70000"/>
              </a:lnSpc>
              <a:spcBef>
                <a:spcPts val="0"/>
              </a:spcBef>
              <a:spcAft>
                <a:spcPts val="0"/>
              </a:spcAft>
              <a:buSzPts val="7900"/>
              <a:buNone/>
              <a:defRPr sz="7900"/>
            </a:lvl6pPr>
            <a:lvl7pPr lvl="6" algn="ctr">
              <a:lnSpc>
                <a:spcPct val="70000"/>
              </a:lnSpc>
              <a:spcBef>
                <a:spcPts val="0"/>
              </a:spcBef>
              <a:spcAft>
                <a:spcPts val="0"/>
              </a:spcAft>
              <a:buSzPts val="7900"/>
              <a:buNone/>
              <a:defRPr sz="7900"/>
            </a:lvl7pPr>
            <a:lvl8pPr lvl="7" algn="ctr">
              <a:lnSpc>
                <a:spcPct val="70000"/>
              </a:lnSpc>
              <a:spcBef>
                <a:spcPts val="0"/>
              </a:spcBef>
              <a:spcAft>
                <a:spcPts val="0"/>
              </a:spcAft>
              <a:buSzPts val="7900"/>
              <a:buNone/>
              <a:defRPr sz="7900"/>
            </a:lvl8pPr>
            <a:lvl9pPr lvl="8" algn="ctr">
              <a:lnSpc>
                <a:spcPct val="70000"/>
              </a:lnSpc>
              <a:spcBef>
                <a:spcPts val="0"/>
              </a:spcBef>
              <a:spcAft>
                <a:spcPts val="0"/>
              </a:spcAft>
              <a:buSzPts val="7900"/>
              <a:buNone/>
              <a:defRPr sz="7900"/>
            </a:lvl9pPr>
          </a:lstStyle>
          <a:p/>
        </p:txBody>
      </p:sp>
      <p:sp>
        <p:nvSpPr>
          <p:cNvPr id="2472" name="Google Shape;2472;p10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473" name="Google Shape;2473;p101"/>
          <p:cNvSpPr txBox="1"/>
          <p:nvPr>
            <p:ph idx="1" type="body"/>
          </p:nvPr>
        </p:nvSpPr>
        <p:spPr>
          <a:xfrm>
            <a:off x="766500" y="3205025"/>
            <a:ext cx="7611000" cy="1253400"/>
          </a:xfrm>
          <a:prstGeom prst="rect">
            <a:avLst/>
          </a:prstGeom>
        </p:spPr>
        <p:txBody>
          <a:bodyPr anchorCtr="0" anchor="ctr"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04800" lvl="7" marL="3657600" algn="ctr">
              <a:spcBef>
                <a:spcPts val="0"/>
              </a:spcBef>
              <a:spcAft>
                <a:spcPts val="0"/>
              </a:spcAft>
              <a:buSzPts val="1200"/>
              <a:buChar char="○"/>
              <a:defRPr sz="1200"/>
            </a:lvl8pPr>
            <a:lvl9pPr indent="-317500" lvl="8" marL="4114800" algn="ctr">
              <a:spcBef>
                <a:spcPts val="0"/>
              </a:spcBef>
              <a:spcAft>
                <a:spcPts val="0"/>
              </a:spcAft>
              <a:buSzPts val="1400"/>
              <a:buChar char="■"/>
              <a:defRPr sz="1200"/>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with design">
  <p:cSld name="TITLE_ONLY_3">
    <p:spTree>
      <p:nvGrpSpPr>
        <p:cNvPr id="2474" name="Shape 2474"/>
        <p:cNvGrpSpPr/>
        <p:nvPr/>
      </p:nvGrpSpPr>
      <p:grpSpPr>
        <a:xfrm>
          <a:off x="0" y="0"/>
          <a:ext cx="0" cy="0"/>
          <a:chOff x="0" y="0"/>
          <a:chExt cx="0" cy="0"/>
        </a:xfrm>
      </p:grpSpPr>
      <p:sp>
        <p:nvSpPr>
          <p:cNvPr id="2475" name="Google Shape;2475;p102"/>
          <p:cNvSpPr txBox="1"/>
          <p:nvPr>
            <p:ph idx="1" type="body"/>
          </p:nvPr>
        </p:nvSpPr>
        <p:spPr>
          <a:xfrm>
            <a:off x="6117275" y="3205025"/>
            <a:ext cx="2599200" cy="1007700"/>
          </a:xfrm>
          <a:prstGeom prst="rect">
            <a:avLst/>
          </a:prstGeom>
        </p:spPr>
        <p:txBody>
          <a:bodyPr anchorCtr="0" anchor="ctr"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04800" lvl="7" marL="3657600" algn="ctr">
              <a:spcBef>
                <a:spcPts val="0"/>
              </a:spcBef>
              <a:spcAft>
                <a:spcPts val="0"/>
              </a:spcAft>
              <a:buSzPts val="1200"/>
              <a:buChar char="○"/>
              <a:defRPr sz="1200"/>
            </a:lvl8pPr>
            <a:lvl9pPr indent="-317500" lvl="8" marL="4114800" algn="ctr">
              <a:spcBef>
                <a:spcPts val="0"/>
              </a:spcBef>
              <a:spcAft>
                <a:spcPts val="0"/>
              </a:spcAft>
              <a:buSzPts val="1400"/>
              <a:buChar char="■"/>
              <a:defRPr sz="1200"/>
            </a:lvl9pPr>
          </a:lstStyle>
          <a:p/>
        </p:txBody>
      </p:sp>
      <p:sp>
        <p:nvSpPr>
          <p:cNvPr id="2476" name="Google Shape;2476;p102"/>
          <p:cNvSpPr txBox="1"/>
          <p:nvPr>
            <p:ph type="title"/>
          </p:nvPr>
        </p:nvSpPr>
        <p:spPr>
          <a:xfrm>
            <a:off x="311700" y="1269875"/>
            <a:ext cx="8520600" cy="894600"/>
          </a:xfrm>
          <a:prstGeom prst="rect">
            <a:avLst/>
          </a:prstGeom>
        </p:spPr>
        <p:txBody>
          <a:bodyPr anchorCtr="0" anchor="t" bIns="91425" lIns="91425" spcFirstLastPara="1" rIns="91425" wrap="square" tIns="91425">
            <a:noAutofit/>
          </a:bodyPr>
          <a:lstStyle>
            <a:lvl1pPr lvl="0" algn="ctr">
              <a:lnSpc>
                <a:spcPct val="70000"/>
              </a:lnSpc>
              <a:spcBef>
                <a:spcPts val="0"/>
              </a:spcBef>
              <a:spcAft>
                <a:spcPts val="0"/>
              </a:spcAft>
              <a:buSzPts val="7900"/>
              <a:buNone/>
              <a:defRPr sz="7900"/>
            </a:lvl1pPr>
            <a:lvl2pPr lvl="1" algn="ctr">
              <a:lnSpc>
                <a:spcPct val="70000"/>
              </a:lnSpc>
              <a:spcBef>
                <a:spcPts val="0"/>
              </a:spcBef>
              <a:spcAft>
                <a:spcPts val="0"/>
              </a:spcAft>
              <a:buSzPts val="7900"/>
              <a:buNone/>
              <a:defRPr sz="7900"/>
            </a:lvl2pPr>
            <a:lvl3pPr lvl="2" algn="ctr">
              <a:lnSpc>
                <a:spcPct val="70000"/>
              </a:lnSpc>
              <a:spcBef>
                <a:spcPts val="0"/>
              </a:spcBef>
              <a:spcAft>
                <a:spcPts val="0"/>
              </a:spcAft>
              <a:buSzPts val="7900"/>
              <a:buNone/>
              <a:defRPr sz="7900"/>
            </a:lvl3pPr>
            <a:lvl4pPr lvl="3" algn="ctr">
              <a:lnSpc>
                <a:spcPct val="70000"/>
              </a:lnSpc>
              <a:spcBef>
                <a:spcPts val="0"/>
              </a:spcBef>
              <a:spcAft>
                <a:spcPts val="0"/>
              </a:spcAft>
              <a:buSzPts val="7900"/>
              <a:buNone/>
              <a:defRPr sz="7900"/>
            </a:lvl4pPr>
            <a:lvl5pPr lvl="4" algn="ctr">
              <a:lnSpc>
                <a:spcPct val="70000"/>
              </a:lnSpc>
              <a:spcBef>
                <a:spcPts val="0"/>
              </a:spcBef>
              <a:spcAft>
                <a:spcPts val="0"/>
              </a:spcAft>
              <a:buSzPts val="7900"/>
              <a:buNone/>
              <a:defRPr sz="7900"/>
            </a:lvl5pPr>
            <a:lvl6pPr lvl="5" algn="ctr">
              <a:lnSpc>
                <a:spcPct val="70000"/>
              </a:lnSpc>
              <a:spcBef>
                <a:spcPts val="0"/>
              </a:spcBef>
              <a:spcAft>
                <a:spcPts val="0"/>
              </a:spcAft>
              <a:buSzPts val="7900"/>
              <a:buNone/>
              <a:defRPr sz="7900"/>
            </a:lvl6pPr>
            <a:lvl7pPr lvl="6" algn="ctr">
              <a:lnSpc>
                <a:spcPct val="70000"/>
              </a:lnSpc>
              <a:spcBef>
                <a:spcPts val="0"/>
              </a:spcBef>
              <a:spcAft>
                <a:spcPts val="0"/>
              </a:spcAft>
              <a:buSzPts val="7900"/>
              <a:buNone/>
              <a:defRPr sz="7900"/>
            </a:lvl7pPr>
            <a:lvl8pPr lvl="7" algn="ctr">
              <a:lnSpc>
                <a:spcPct val="70000"/>
              </a:lnSpc>
              <a:spcBef>
                <a:spcPts val="0"/>
              </a:spcBef>
              <a:spcAft>
                <a:spcPts val="0"/>
              </a:spcAft>
              <a:buSzPts val="7900"/>
              <a:buNone/>
              <a:defRPr sz="7900"/>
            </a:lvl8pPr>
            <a:lvl9pPr lvl="8" algn="ctr">
              <a:lnSpc>
                <a:spcPct val="70000"/>
              </a:lnSpc>
              <a:spcBef>
                <a:spcPts val="0"/>
              </a:spcBef>
              <a:spcAft>
                <a:spcPts val="0"/>
              </a:spcAft>
              <a:buSzPts val="7900"/>
              <a:buNone/>
              <a:defRPr sz="7900"/>
            </a:lvl9pPr>
          </a:lstStyle>
          <a:p/>
        </p:txBody>
      </p:sp>
      <p:sp>
        <p:nvSpPr>
          <p:cNvPr id="2477" name="Google Shape;2477;p10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478" name="Google Shape;2478;p102"/>
          <p:cNvSpPr txBox="1"/>
          <p:nvPr>
            <p:ph idx="2" type="body"/>
          </p:nvPr>
        </p:nvSpPr>
        <p:spPr>
          <a:xfrm>
            <a:off x="427525" y="3205025"/>
            <a:ext cx="2599200" cy="1007700"/>
          </a:xfrm>
          <a:prstGeom prst="rect">
            <a:avLst/>
          </a:prstGeom>
        </p:spPr>
        <p:txBody>
          <a:bodyPr anchorCtr="0" anchor="ctr"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04800" lvl="7" marL="3657600" algn="ctr">
              <a:spcBef>
                <a:spcPts val="0"/>
              </a:spcBef>
              <a:spcAft>
                <a:spcPts val="0"/>
              </a:spcAft>
              <a:buSzPts val="1200"/>
              <a:buChar char="○"/>
              <a:defRPr sz="1200"/>
            </a:lvl8pPr>
            <a:lvl9pPr indent="-317500" lvl="8" marL="4114800" algn="ctr">
              <a:spcBef>
                <a:spcPts val="0"/>
              </a:spcBef>
              <a:spcAft>
                <a:spcPts val="0"/>
              </a:spcAft>
              <a:buSzPts val="1400"/>
              <a:buChar char="■"/>
              <a:defRPr sz="1200"/>
            </a:lvl9pPr>
          </a:lstStyle>
          <a:p/>
        </p:txBody>
      </p:sp>
      <p:sp>
        <p:nvSpPr>
          <p:cNvPr id="2479" name="Google Shape;2479;p102"/>
          <p:cNvSpPr txBox="1"/>
          <p:nvPr>
            <p:ph idx="3" type="body"/>
          </p:nvPr>
        </p:nvSpPr>
        <p:spPr>
          <a:xfrm>
            <a:off x="3272400" y="3205025"/>
            <a:ext cx="2599200" cy="1007700"/>
          </a:xfrm>
          <a:prstGeom prst="rect">
            <a:avLst/>
          </a:prstGeom>
        </p:spPr>
        <p:txBody>
          <a:bodyPr anchorCtr="0" anchor="ctr"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04800" lvl="7" marL="3657600" algn="ctr">
              <a:spcBef>
                <a:spcPts val="0"/>
              </a:spcBef>
              <a:spcAft>
                <a:spcPts val="0"/>
              </a:spcAft>
              <a:buSzPts val="1200"/>
              <a:buChar char="○"/>
              <a:defRPr sz="1200"/>
            </a:lvl8pPr>
            <a:lvl9pPr indent="-317500" lvl="8" marL="4114800" algn="ctr">
              <a:spcBef>
                <a:spcPts val="0"/>
              </a:spcBef>
              <a:spcAft>
                <a:spcPts val="0"/>
              </a:spcAft>
              <a:buSzPts val="1400"/>
              <a:buChar char="■"/>
              <a:defRPr sz="1200"/>
            </a:lvl9pPr>
          </a:lstStyle>
          <a:p/>
        </p:txBody>
      </p:sp>
      <p:sp>
        <p:nvSpPr>
          <p:cNvPr id="2480" name="Google Shape;2480;p102"/>
          <p:cNvSpPr txBox="1"/>
          <p:nvPr>
            <p:ph idx="4" type="subTitle"/>
          </p:nvPr>
        </p:nvSpPr>
        <p:spPr>
          <a:xfrm>
            <a:off x="3491500" y="614225"/>
            <a:ext cx="19125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1700"/>
              <a:buFont typeface="Urbanist Black"/>
              <a:buNone/>
              <a:defRPr sz="1700">
                <a:latin typeface="Urbanist Black"/>
                <a:ea typeface="Urbanist Black"/>
                <a:cs typeface="Urbanist Black"/>
                <a:sym typeface="Urbanist Black"/>
              </a:defRPr>
            </a:lvl1pPr>
            <a:lvl2pPr lvl="1" algn="ctr">
              <a:spcBef>
                <a:spcPts val="0"/>
              </a:spcBef>
              <a:spcAft>
                <a:spcPts val="0"/>
              </a:spcAft>
              <a:buSzPts val="1700"/>
              <a:buFont typeface="Urbanist Black"/>
              <a:buNone/>
              <a:defRPr sz="1700">
                <a:latin typeface="Urbanist Black"/>
                <a:ea typeface="Urbanist Black"/>
                <a:cs typeface="Urbanist Black"/>
                <a:sym typeface="Urbanist Black"/>
              </a:defRPr>
            </a:lvl2pPr>
            <a:lvl3pPr lvl="2" algn="ctr">
              <a:spcBef>
                <a:spcPts val="0"/>
              </a:spcBef>
              <a:spcAft>
                <a:spcPts val="0"/>
              </a:spcAft>
              <a:buSzPts val="1700"/>
              <a:buFont typeface="Urbanist Black"/>
              <a:buNone/>
              <a:defRPr sz="1700">
                <a:latin typeface="Urbanist Black"/>
                <a:ea typeface="Urbanist Black"/>
                <a:cs typeface="Urbanist Black"/>
                <a:sym typeface="Urbanist Black"/>
              </a:defRPr>
            </a:lvl3pPr>
            <a:lvl4pPr lvl="3" algn="ctr">
              <a:spcBef>
                <a:spcPts val="0"/>
              </a:spcBef>
              <a:spcAft>
                <a:spcPts val="0"/>
              </a:spcAft>
              <a:buSzPts val="1700"/>
              <a:buFont typeface="Urbanist Black"/>
              <a:buNone/>
              <a:defRPr sz="1700">
                <a:latin typeface="Urbanist Black"/>
                <a:ea typeface="Urbanist Black"/>
                <a:cs typeface="Urbanist Black"/>
                <a:sym typeface="Urbanist Black"/>
              </a:defRPr>
            </a:lvl4pPr>
            <a:lvl5pPr lvl="4" algn="ctr">
              <a:spcBef>
                <a:spcPts val="0"/>
              </a:spcBef>
              <a:spcAft>
                <a:spcPts val="0"/>
              </a:spcAft>
              <a:buSzPts val="1700"/>
              <a:buFont typeface="Urbanist Black"/>
              <a:buNone/>
              <a:defRPr sz="1700">
                <a:latin typeface="Urbanist Black"/>
                <a:ea typeface="Urbanist Black"/>
                <a:cs typeface="Urbanist Black"/>
                <a:sym typeface="Urbanist Black"/>
              </a:defRPr>
            </a:lvl5pPr>
            <a:lvl6pPr lvl="5" algn="ctr">
              <a:spcBef>
                <a:spcPts val="0"/>
              </a:spcBef>
              <a:spcAft>
                <a:spcPts val="0"/>
              </a:spcAft>
              <a:buSzPts val="1700"/>
              <a:buFont typeface="Urbanist Black"/>
              <a:buNone/>
              <a:defRPr sz="1700">
                <a:latin typeface="Urbanist Black"/>
                <a:ea typeface="Urbanist Black"/>
                <a:cs typeface="Urbanist Black"/>
                <a:sym typeface="Urbanist Black"/>
              </a:defRPr>
            </a:lvl6pPr>
            <a:lvl7pPr lvl="6" algn="ctr">
              <a:spcBef>
                <a:spcPts val="0"/>
              </a:spcBef>
              <a:spcAft>
                <a:spcPts val="0"/>
              </a:spcAft>
              <a:buSzPts val="1700"/>
              <a:buFont typeface="Urbanist Black"/>
              <a:buNone/>
              <a:defRPr sz="1700">
                <a:latin typeface="Urbanist Black"/>
                <a:ea typeface="Urbanist Black"/>
                <a:cs typeface="Urbanist Black"/>
                <a:sym typeface="Urbanist Black"/>
              </a:defRPr>
            </a:lvl7pPr>
            <a:lvl8pPr lvl="7" algn="ctr">
              <a:spcBef>
                <a:spcPts val="0"/>
              </a:spcBef>
              <a:spcAft>
                <a:spcPts val="0"/>
              </a:spcAft>
              <a:buSzPts val="1700"/>
              <a:buFont typeface="Urbanist Black"/>
              <a:buNone/>
              <a:defRPr sz="1700">
                <a:latin typeface="Urbanist Black"/>
                <a:ea typeface="Urbanist Black"/>
                <a:cs typeface="Urbanist Black"/>
                <a:sym typeface="Urbanist Black"/>
              </a:defRPr>
            </a:lvl8pPr>
            <a:lvl9pPr lvl="8" algn="ctr">
              <a:spcBef>
                <a:spcPts val="0"/>
              </a:spcBef>
              <a:spcAft>
                <a:spcPts val="0"/>
              </a:spcAft>
              <a:buSzPts val="1700"/>
              <a:buFont typeface="Urbanist Black"/>
              <a:buNone/>
              <a:defRPr sz="1700">
                <a:latin typeface="Urbanist Black"/>
                <a:ea typeface="Urbanist Black"/>
                <a:cs typeface="Urbanist Black"/>
                <a:sym typeface="Urbanist Black"/>
              </a:defRPr>
            </a:lvl9pPr>
          </a:lstStyle>
          <a:p/>
        </p:txBody>
      </p:sp>
      <p:grpSp>
        <p:nvGrpSpPr>
          <p:cNvPr id="2481" name="Google Shape;2481;p102"/>
          <p:cNvGrpSpPr/>
          <p:nvPr/>
        </p:nvGrpSpPr>
        <p:grpSpPr>
          <a:xfrm>
            <a:off x="7416218" y="277227"/>
            <a:ext cx="809400" cy="809400"/>
            <a:chOff x="7551018" y="277227"/>
            <a:chExt cx="809400" cy="809400"/>
          </a:xfrm>
        </p:grpSpPr>
        <p:sp>
          <p:nvSpPr>
            <p:cNvPr id="2482" name="Google Shape;2482;p102"/>
            <p:cNvSpPr/>
            <p:nvPr/>
          </p:nvSpPr>
          <p:spPr>
            <a:xfrm>
              <a:off x="7551018" y="277227"/>
              <a:ext cx="809400" cy="809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83" name="Google Shape;2483;p102"/>
            <p:cNvSpPr/>
            <p:nvPr/>
          </p:nvSpPr>
          <p:spPr>
            <a:xfrm>
              <a:off x="7679296" y="374868"/>
              <a:ext cx="559500" cy="3072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84" name="Google Shape;2484;p102"/>
            <p:cNvSpPr/>
            <p:nvPr/>
          </p:nvSpPr>
          <p:spPr>
            <a:xfrm rot="10800000">
              <a:off x="7679619" y="681731"/>
              <a:ext cx="559500" cy="307200"/>
            </a:xfrm>
            <a:prstGeom prst="triangle">
              <a:avLst>
                <a:gd fmla="val 5000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2485" name="Google Shape;2485;p102"/>
          <p:cNvSpPr txBox="1"/>
          <p:nvPr>
            <p:ph idx="5" type="subTitle"/>
          </p:nvPr>
        </p:nvSpPr>
        <p:spPr>
          <a:xfrm>
            <a:off x="427525" y="2776650"/>
            <a:ext cx="2599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Font typeface="Urbanist Black"/>
              <a:buNone/>
              <a:defRPr sz="2000">
                <a:latin typeface="Urbanist Black"/>
                <a:ea typeface="Urbanist Black"/>
                <a:cs typeface="Urbanist Black"/>
                <a:sym typeface="Urbanist Black"/>
              </a:defRPr>
            </a:lvl1pPr>
            <a:lvl2pPr lvl="1" algn="ctr">
              <a:spcBef>
                <a:spcPts val="0"/>
              </a:spcBef>
              <a:spcAft>
                <a:spcPts val="0"/>
              </a:spcAft>
              <a:buSzPts val="2000"/>
              <a:buFont typeface="Urbanist Black"/>
              <a:buNone/>
              <a:defRPr sz="2000">
                <a:latin typeface="Urbanist Black"/>
                <a:ea typeface="Urbanist Black"/>
                <a:cs typeface="Urbanist Black"/>
                <a:sym typeface="Urbanist Black"/>
              </a:defRPr>
            </a:lvl2pPr>
            <a:lvl3pPr lvl="2" algn="ctr">
              <a:spcBef>
                <a:spcPts val="0"/>
              </a:spcBef>
              <a:spcAft>
                <a:spcPts val="0"/>
              </a:spcAft>
              <a:buSzPts val="2000"/>
              <a:buFont typeface="Urbanist Black"/>
              <a:buNone/>
              <a:defRPr sz="2000">
                <a:latin typeface="Urbanist Black"/>
                <a:ea typeface="Urbanist Black"/>
                <a:cs typeface="Urbanist Black"/>
                <a:sym typeface="Urbanist Black"/>
              </a:defRPr>
            </a:lvl3pPr>
            <a:lvl4pPr lvl="3" algn="ctr">
              <a:spcBef>
                <a:spcPts val="0"/>
              </a:spcBef>
              <a:spcAft>
                <a:spcPts val="0"/>
              </a:spcAft>
              <a:buSzPts val="2000"/>
              <a:buFont typeface="Urbanist Black"/>
              <a:buNone/>
              <a:defRPr sz="2000">
                <a:latin typeface="Urbanist Black"/>
                <a:ea typeface="Urbanist Black"/>
                <a:cs typeface="Urbanist Black"/>
                <a:sym typeface="Urbanist Black"/>
              </a:defRPr>
            </a:lvl4pPr>
            <a:lvl5pPr lvl="4" algn="ctr">
              <a:spcBef>
                <a:spcPts val="0"/>
              </a:spcBef>
              <a:spcAft>
                <a:spcPts val="0"/>
              </a:spcAft>
              <a:buSzPts val="2000"/>
              <a:buFont typeface="Urbanist Black"/>
              <a:buNone/>
              <a:defRPr sz="2000">
                <a:latin typeface="Urbanist Black"/>
                <a:ea typeface="Urbanist Black"/>
                <a:cs typeface="Urbanist Black"/>
                <a:sym typeface="Urbanist Black"/>
              </a:defRPr>
            </a:lvl5pPr>
            <a:lvl6pPr lvl="5" algn="ctr">
              <a:spcBef>
                <a:spcPts val="0"/>
              </a:spcBef>
              <a:spcAft>
                <a:spcPts val="0"/>
              </a:spcAft>
              <a:buSzPts val="2000"/>
              <a:buFont typeface="Urbanist Black"/>
              <a:buNone/>
              <a:defRPr sz="2000">
                <a:latin typeface="Urbanist Black"/>
                <a:ea typeface="Urbanist Black"/>
                <a:cs typeface="Urbanist Black"/>
                <a:sym typeface="Urbanist Black"/>
              </a:defRPr>
            </a:lvl6pPr>
            <a:lvl7pPr lvl="6" algn="ctr">
              <a:spcBef>
                <a:spcPts val="0"/>
              </a:spcBef>
              <a:spcAft>
                <a:spcPts val="0"/>
              </a:spcAft>
              <a:buSzPts val="2000"/>
              <a:buFont typeface="Urbanist Black"/>
              <a:buNone/>
              <a:defRPr sz="2000">
                <a:latin typeface="Urbanist Black"/>
                <a:ea typeface="Urbanist Black"/>
                <a:cs typeface="Urbanist Black"/>
                <a:sym typeface="Urbanist Black"/>
              </a:defRPr>
            </a:lvl7pPr>
            <a:lvl8pPr lvl="7" algn="ctr">
              <a:spcBef>
                <a:spcPts val="0"/>
              </a:spcBef>
              <a:spcAft>
                <a:spcPts val="0"/>
              </a:spcAft>
              <a:buSzPts val="2000"/>
              <a:buFont typeface="Urbanist Black"/>
              <a:buNone/>
              <a:defRPr sz="2000">
                <a:latin typeface="Urbanist Black"/>
                <a:ea typeface="Urbanist Black"/>
                <a:cs typeface="Urbanist Black"/>
                <a:sym typeface="Urbanist Black"/>
              </a:defRPr>
            </a:lvl8pPr>
            <a:lvl9pPr lvl="8" algn="ctr">
              <a:spcBef>
                <a:spcPts val="0"/>
              </a:spcBef>
              <a:spcAft>
                <a:spcPts val="0"/>
              </a:spcAft>
              <a:buSzPts val="2000"/>
              <a:buFont typeface="Urbanist Black"/>
              <a:buNone/>
              <a:defRPr sz="2000">
                <a:latin typeface="Urbanist Black"/>
                <a:ea typeface="Urbanist Black"/>
                <a:cs typeface="Urbanist Black"/>
                <a:sym typeface="Urbanist Black"/>
              </a:defRPr>
            </a:lvl9pPr>
          </a:lstStyle>
          <a:p/>
        </p:txBody>
      </p:sp>
      <p:sp>
        <p:nvSpPr>
          <p:cNvPr id="2486" name="Google Shape;2486;p102"/>
          <p:cNvSpPr/>
          <p:nvPr/>
        </p:nvSpPr>
        <p:spPr>
          <a:xfrm rot="5400000">
            <a:off x="6473054" y="263180"/>
            <a:ext cx="809400" cy="809400"/>
          </a:xfrm>
          <a:prstGeom prst="pie">
            <a:avLst>
              <a:gd fmla="val 5371730"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87" name="Google Shape;2487;p102"/>
          <p:cNvSpPr/>
          <p:nvPr/>
        </p:nvSpPr>
        <p:spPr>
          <a:xfrm>
            <a:off x="5648329" y="305843"/>
            <a:ext cx="726600" cy="726600"/>
          </a:xfrm>
          <a:prstGeom prst="pie">
            <a:avLst>
              <a:gd fmla="val 10800229"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88" name="Google Shape;2488;p102"/>
          <p:cNvSpPr/>
          <p:nvPr/>
        </p:nvSpPr>
        <p:spPr>
          <a:xfrm rot="10800000">
            <a:off x="5649297" y="304599"/>
            <a:ext cx="726600" cy="726600"/>
          </a:xfrm>
          <a:prstGeom prst="pie">
            <a:avLst>
              <a:gd fmla="val 10800229" name="adj1"/>
              <a:gd fmla="val 1620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89" name="Google Shape;2489;p102"/>
          <p:cNvSpPr/>
          <p:nvPr/>
        </p:nvSpPr>
        <p:spPr>
          <a:xfrm rot="10800000">
            <a:off x="5649297" y="-58628"/>
            <a:ext cx="726600" cy="726600"/>
          </a:xfrm>
          <a:prstGeom prst="pie">
            <a:avLst>
              <a:gd fmla="val 10800229"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90" name="Google Shape;2490;p102"/>
          <p:cNvSpPr/>
          <p:nvPr/>
        </p:nvSpPr>
        <p:spPr>
          <a:xfrm>
            <a:off x="1820357" y="265740"/>
            <a:ext cx="823200" cy="823200"/>
          </a:xfrm>
          <a:prstGeom prst="pie">
            <a:avLst>
              <a:gd fmla="val 5371730"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91" name="Google Shape;2491;p102"/>
          <p:cNvSpPr/>
          <p:nvPr>
            <p:ph idx="6" type="pic"/>
          </p:nvPr>
        </p:nvSpPr>
        <p:spPr>
          <a:xfrm>
            <a:off x="918375" y="256525"/>
            <a:ext cx="850800" cy="850800"/>
          </a:xfrm>
          <a:prstGeom prst="ellipse">
            <a:avLst/>
          </a:prstGeom>
          <a:noFill/>
          <a:ln>
            <a:noFill/>
          </a:ln>
        </p:spPr>
      </p:sp>
      <p:sp>
        <p:nvSpPr>
          <p:cNvPr id="2492" name="Google Shape;2492;p102"/>
          <p:cNvSpPr/>
          <p:nvPr/>
        </p:nvSpPr>
        <p:spPr>
          <a:xfrm>
            <a:off x="1970656" y="414703"/>
            <a:ext cx="522600" cy="522600"/>
          </a:xfrm>
          <a:prstGeom prst="pie">
            <a:avLst>
              <a:gd fmla="val 5371730" name="adj1"/>
              <a:gd fmla="val 1620000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93" name="Google Shape;2493;p102"/>
          <p:cNvSpPr txBox="1"/>
          <p:nvPr>
            <p:ph idx="7" type="subTitle"/>
          </p:nvPr>
        </p:nvSpPr>
        <p:spPr>
          <a:xfrm>
            <a:off x="3272150" y="2776650"/>
            <a:ext cx="2599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Font typeface="Urbanist Black"/>
              <a:buNone/>
              <a:defRPr sz="2000">
                <a:latin typeface="Urbanist Black"/>
                <a:ea typeface="Urbanist Black"/>
                <a:cs typeface="Urbanist Black"/>
                <a:sym typeface="Urbanist Black"/>
              </a:defRPr>
            </a:lvl1pPr>
            <a:lvl2pPr lvl="1" algn="ctr">
              <a:spcBef>
                <a:spcPts val="0"/>
              </a:spcBef>
              <a:spcAft>
                <a:spcPts val="0"/>
              </a:spcAft>
              <a:buSzPts val="2000"/>
              <a:buFont typeface="Urbanist Black"/>
              <a:buNone/>
              <a:defRPr sz="2000">
                <a:latin typeface="Urbanist Black"/>
                <a:ea typeface="Urbanist Black"/>
                <a:cs typeface="Urbanist Black"/>
                <a:sym typeface="Urbanist Black"/>
              </a:defRPr>
            </a:lvl2pPr>
            <a:lvl3pPr lvl="2" algn="ctr">
              <a:spcBef>
                <a:spcPts val="0"/>
              </a:spcBef>
              <a:spcAft>
                <a:spcPts val="0"/>
              </a:spcAft>
              <a:buSzPts val="2000"/>
              <a:buFont typeface="Urbanist Black"/>
              <a:buNone/>
              <a:defRPr sz="2000">
                <a:latin typeface="Urbanist Black"/>
                <a:ea typeface="Urbanist Black"/>
                <a:cs typeface="Urbanist Black"/>
                <a:sym typeface="Urbanist Black"/>
              </a:defRPr>
            </a:lvl3pPr>
            <a:lvl4pPr lvl="3" algn="ctr">
              <a:spcBef>
                <a:spcPts val="0"/>
              </a:spcBef>
              <a:spcAft>
                <a:spcPts val="0"/>
              </a:spcAft>
              <a:buSzPts val="2000"/>
              <a:buFont typeface="Urbanist Black"/>
              <a:buNone/>
              <a:defRPr sz="2000">
                <a:latin typeface="Urbanist Black"/>
                <a:ea typeface="Urbanist Black"/>
                <a:cs typeface="Urbanist Black"/>
                <a:sym typeface="Urbanist Black"/>
              </a:defRPr>
            </a:lvl4pPr>
            <a:lvl5pPr lvl="4" algn="ctr">
              <a:spcBef>
                <a:spcPts val="0"/>
              </a:spcBef>
              <a:spcAft>
                <a:spcPts val="0"/>
              </a:spcAft>
              <a:buSzPts val="2000"/>
              <a:buFont typeface="Urbanist Black"/>
              <a:buNone/>
              <a:defRPr sz="2000">
                <a:latin typeface="Urbanist Black"/>
                <a:ea typeface="Urbanist Black"/>
                <a:cs typeface="Urbanist Black"/>
                <a:sym typeface="Urbanist Black"/>
              </a:defRPr>
            </a:lvl5pPr>
            <a:lvl6pPr lvl="5" algn="ctr">
              <a:spcBef>
                <a:spcPts val="0"/>
              </a:spcBef>
              <a:spcAft>
                <a:spcPts val="0"/>
              </a:spcAft>
              <a:buSzPts val="2000"/>
              <a:buFont typeface="Urbanist Black"/>
              <a:buNone/>
              <a:defRPr sz="2000">
                <a:latin typeface="Urbanist Black"/>
                <a:ea typeface="Urbanist Black"/>
                <a:cs typeface="Urbanist Black"/>
                <a:sym typeface="Urbanist Black"/>
              </a:defRPr>
            </a:lvl6pPr>
            <a:lvl7pPr lvl="6" algn="ctr">
              <a:spcBef>
                <a:spcPts val="0"/>
              </a:spcBef>
              <a:spcAft>
                <a:spcPts val="0"/>
              </a:spcAft>
              <a:buSzPts val="2000"/>
              <a:buFont typeface="Urbanist Black"/>
              <a:buNone/>
              <a:defRPr sz="2000">
                <a:latin typeface="Urbanist Black"/>
                <a:ea typeface="Urbanist Black"/>
                <a:cs typeface="Urbanist Black"/>
                <a:sym typeface="Urbanist Black"/>
              </a:defRPr>
            </a:lvl7pPr>
            <a:lvl8pPr lvl="7" algn="ctr">
              <a:spcBef>
                <a:spcPts val="0"/>
              </a:spcBef>
              <a:spcAft>
                <a:spcPts val="0"/>
              </a:spcAft>
              <a:buSzPts val="2000"/>
              <a:buFont typeface="Urbanist Black"/>
              <a:buNone/>
              <a:defRPr sz="2000">
                <a:latin typeface="Urbanist Black"/>
                <a:ea typeface="Urbanist Black"/>
                <a:cs typeface="Urbanist Black"/>
                <a:sym typeface="Urbanist Black"/>
              </a:defRPr>
            </a:lvl8pPr>
            <a:lvl9pPr lvl="8" algn="ctr">
              <a:spcBef>
                <a:spcPts val="0"/>
              </a:spcBef>
              <a:spcAft>
                <a:spcPts val="0"/>
              </a:spcAft>
              <a:buSzPts val="2000"/>
              <a:buFont typeface="Urbanist Black"/>
              <a:buNone/>
              <a:defRPr sz="2000">
                <a:latin typeface="Urbanist Black"/>
                <a:ea typeface="Urbanist Black"/>
                <a:cs typeface="Urbanist Black"/>
                <a:sym typeface="Urbanist Black"/>
              </a:defRPr>
            </a:lvl9pPr>
          </a:lstStyle>
          <a:p/>
        </p:txBody>
      </p:sp>
      <p:sp>
        <p:nvSpPr>
          <p:cNvPr id="2494" name="Google Shape;2494;p102"/>
          <p:cNvSpPr txBox="1"/>
          <p:nvPr>
            <p:ph idx="8" type="subTitle"/>
          </p:nvPr>
        </p:nvSpPr>
        <p:spPr>
          <a:xfrm>
            <a:off x="6117025" y="2776650"/>
            <a:ext cx="2599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Font typeface="Urbanist Black"/>
              <a:buNone/>
              <a:defRPr sz="2000">
                <a:latin typeface="Urbanist Black"/>
                <a:ea typeface="Urbanist Black"/>
                <a:cs typeface="Urbanist Black"/>
                <a:sym typeface="Urbanist Black"/>
              </a:defRPr>
            </a:lvl1pPr>
            <a:lvl2pPr lvl="1" algn="ctr">
              <a:spcBef>
                <a:spcPts val="0"/>
              </a:spcBef>
              <a:spcAft>
                <a:spcPts val="0"/>
              </a:spcAft>
              <a:buSzPts val="2000"/>
              <a:buFont typeface="Urbanist Black"/>
              <a:buNone/>
              <a:defRPr sz="2000">
                <a:latin typeface="Urbanist Black"/>
                <a:ea typeface="Urbanist Black"/>
                <a:cs typeface="Urbanist Black"/>
                <a:sym typeface="Urbanist Black"/>
              </a:defRPr>
            </a:lvl2pPr>
            <a:lvl3pPr lvl="2" algn="ctr">
              <a:spcBef>
                <a:spcPts val="0"/>
              </a:spcBef>
              <a:spcAft>
                <a:spcPts val="0"/>
              </a:spcAft>
              <a:buSzPts val="2000"/>
              <a:buFont typeface="Urbanist Black"/>
              <a:buNone/>
              <a:defRPr sz="2000">
                <a:latin typeface="Urbanist Black"/>
                <a:ea typeface="Urbanist Black"/>
                <a:cs typeface="Urbanist Black"/>
                <a:sym typeface="Urbanist Black"/>
              </a:defRPr>
            </a:lvl3pPr>
            <a:lvl4pPr lvl="3" algn="ctr">
              <a:spcBef>
                <a:spcPts val="0"/>
              </a:spcBef>
              <a:spcAft>
                <a:spcPts val="0"/>
              </a:spcAft>
              <a:buSzPts val="2000"/>
              <a:buFont typeface="Urbanist Black"/>
              <a:buNone/>
              <a:defRPr sz="2000">
                <a:latin typeface="Urbanist Black"/>
                <a:ea typeface="Urbanist Black"/>
                <a:cs typeface="Urbanist Black"/>
                <a:sym typeface="Urbanist Black"/>
              </a:defRPr>
            </a:lvl4pPr>
            <a:lvl5pPr lvl="4" algn="ctr">
              <a:spcBef>
                <a:spcPts val="0"/>
              </a:spcBef>
              <a:spcAft>
                <a:spcPts val="0"/>
              </a:spcAft>
              <a:buSzPts val="2000"/>
              <a:buFont typeface="Urbanist Black"/>
              <a:buNone/>
              <a:defRPr sz="2000">
                <a:latin typeface="Urbanist Black"/>
                <a:ea typeface="Urbanist Black"/>
                <a:cs typeface="Urbanist Black"/>
                <a:sym typeface="Urbanist Black"/>
              </a:defRPr>
            </a:lvl5pPr>
            <a:lvl6pPr lvl="5" algn="ctr">
              <a:spcBef>
                <a:spcPts val="0"/>
              </a:spcBef>
              <a:spcAft>
                <a:spcPts val="0"/>
              </a:spcAft>
              <a:buSzPts val="2000"/>
              <a:buFont typeface="Urbanist Black"/>
              <a:buNone/>
              <a:defRPr sz="2000">
                <a:latin typeface="Urbanist Black"/>
                <a:ea typeface="Urbanist Black"/>
                <a:cs typeface="Urbanist Black"/>
                <a:sym typeface="Urbanist Black"/>
              </a:defRPr>
            </a:lvl6pPr>
            <a:lvl7pPr lvl="6" algn="ctr">
              <a:spcBef>
                <a:spcPts val="0"/>
              </a:spcBef>
              <a:spcAft>
                <a:spcPts val="0"/>
              </a:spcAft>
              <a:buSzPts val="2000"/>
              <a:buFont typeface="Urbanist Black"/>
              <a:buNone/>
              <a:defRPr sz="2000">
                <a:latin typeface="Urbanist Black"/>
                <a:ea typeface="Urbanist Black"/>
                <a:cs typeface="Urbanist Black"/>
                <a:sym typeface="Urbanist Black"/>
              </a:defRPr>
            </a:lvl7pPr>
            <a:lvl8pPr lvl="7" algn="ctr">
              <a:spcBef>
                <a:spcPts val="0"/>
              </a:spcBef>
              <a:spcAft>
                <a:spcPts val="0"/>
              </a:spcAft>
              <a:buSzPts val="2000"/>
              <a:buFont typeface="Urbanist Black"/>
              <a:buNone/>
              <a:defRPr sz="2000">
                <a:latin typeface="Urbanist Black"/>
                <a:ea typeface="Urbanist Black"/>
                <a:cs typeface="Urbanist Black"/>
                <a:sym typeface="Urbanist Black"/>
              </a:defRPr>
            </a:lvl8pPr>
            <a:lvl9pPr lvl="8" algn="ctr">
              <a:spcBef>
                <a:spcPts val="0"/>
              </a:spcBef>
              <a:spcAft>
                <a:spcPts val="0"/>
              </a:spcAft>
              <a:buSzPts val="2000"/>
              <a:buFont typeface="Urbanist Black"/>
              <a:buNone/>
              <a:defRPr sz="2000">
                <a:latin typeface="Urbanist Black"/>
                <a:ea typeface="Urbanist Black"/>
                <a:cs typeface="Urbanist Black"/>
                <a:sym typeface="Urbanist Black"/>
              </a:defRPr>
            </a:lvl9pPr>
          </a:lstStyle>
          <a:p/>
        </p:txBody>
      </p:sp>
      <p:sp>
        <p:nvSpPr>
          <p:cNvPr id="2495" name="Google Shape;2495;p102"/>
          <p:cNvSpPr/>
          <p:nvPr/>
        </p:nvSpPr>
        <p:spPr>
          <a:xfrm>
            <a:off x="5648329" y="669070"/>
            <a:ext cx="726600" cy="726600"/>
          </a:xfrm>
          <a:prstGeom prst="pie">
            <a:avLst>
              <a:gd fmla="val 10800229" name="adj1"/>
              <a:gd fmla="val 1620000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96" name="Google Shape;2496;p102"/>
          <p:cNvSpPr/>
          <p:nvPr>
            <p:ph idx="9" type="pic"/>
          </p:nvPr>
        </p:nvSpPr>
        <p:spPr>
          <a:xfrm>
            <a:off x="6490863" y="673625"/>
            <a:ext cx="809400" cy="809400"/>
          </a:xfrm>
          <a:prstGeom prst="pie">
            <a:avLst>
              <a:gd fmla="val 10796830" name="adj1"/>
              <a:gd fmla="val 21593224" name="adj2"/>
            </a:avLst>
          </a:prstGeom>
          <a:noFill/>
          <a:ln>
            <a:noFill/>
          </a:ln>
        </p:spPr>
      </p:sp>
      <p:grpSp>
        <p:nvGrpSpPr>
          <p:cNvPr id="2497" name="Google Shape;2497;p102"/>
          <p:cNvGrpSpPr/>
          <p:nvPr/>
        </p:nvGrpSpPr>
        <p:grpSpPr>
          <a:xfrm>
            <a:off x="2351591" y="194557"/>
            <a:ext cx="894600" cy="894600"/>
            <a:chOff x="2311291" y="194557"/>
            <a:chExt cx="894600" cy="894600"/>
          </a:xfrm>
        </p:grpSpPr>
        <p:sp>
          <p:nvSpPr>
            <p:cNvPr id="2498" name="Google Shape;2498;p102"/>
            <p:cNvSpPr/>
            <p:nvPr/>
          </p:nvSpPr>
          <p:spPr>
            <a:xfrm rot="5400000">
              <a:off x="2710891" y="194495"/>
              <a:ext cx="95400" cy="894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9" name="Google Shape;2499;p102"/>
            <p:cNvSpPr/>
            <p:nvPr/>
          </p:nvSpPr>
          <p:spPr>
            <a:xfrm rot="2700000">
              <a:off x="2717608" y="193231"/>
              <a:ext cx="95459" cy="894561"/>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00" name="Google Shape;2500;p102"/>
            <p:cNvSpPr/>
            <p:nvPr/>
          </p:nvSpPr>
          <p:spPr>
            <a:xfrm rot="8100000">
              <a:off x="2718993" y="194482"/>
              <a:ext cx="95459" cy="894561"/>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01" name="Google Shape;2501;p102"/>
            <p:cNvSpPr/>
            <p:nvPr/>
          </p:nvSpPr>
          <p:spPr>
            <a:xfrm>
              <a:off x="2709139" y="194557"/>
              <a:ext cx="95400" cy="894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_ONLY_2">
    <p:spTree>
      <p:nvGrpSpPr>
        <p:cNvPr id="2502" name="Shape 2502"/>
        <p:cNvGrpSpPr/>
        <p:nvPr/>
      </p:nvGrpSpPr>
      <p:grpSpPr>
        <a:xfrm>
          <a:off x="0" y="0"/>
          <a:ext cx="0" cy="0"/>
          <a:chOff x="0" y="0"/>
          <a:chExt cx="0" cy="0"/>
        </a:xfrm>
      </p:grpSpPr>
      <p:sp>
        <p:nvSpPr>
          <p:cNvPr id="2503" name="Google Shape;2503;p10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04" name="Google Shape;2504;p103"/>
          <p:cNvSpPr txBox="1"/>
          <p:nvPr>
            <p:ph idx="1" type="subTitle"/>
          </p:nvPr>
        </p:nvSpPr>
        <p:spPr>
          <a:xfrm>
            <a:off x="427525" y="3330350"/>
            <a:ext cx="2599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Font typeface="Urbanist Black"/>
              <a:buNone/>
              <a:defRPr sz="2000">
                <a:latin typeface="Urbanist Black"/>
                <a:ea typeface="Urbanist Black"/>
                <a:cs typeface="Urbanist Black"/>
                <a:sym typeface="Urbanist Black"/>
              </a:defRPr>
            </a:lvl1pPr>
            <a:lvl2pPr lvl="1" algn="ctr">
              <a:spcBef>
                <a:spcPts val="0"/>
              </a:spcBef>
              <a:spcAft>
                <a:spcPts val="0"/>
              </a:spcAft>
              <a:buSzPts val="2000"/>
              <a:buFont typeface="Urbanist Black"/>
              <a:buNone/>
              <a:defRPr sz="2000">
                <a:latin typeface="Urbanist Black"/>
                <a:ea typeface="Urbanist Black"/>
                <a:cs typeface="Urbanist Black"/>
                <a:sym typeface="Urbanist Black"/>
              </a:defRPr>
            </a:lvl2pPr>
            <a:lvl3pPr lvl="2" algn="ctr">
              <a:spcBef>
                <a:spcPts val="0"/>
              </a:spcBef>
              <a:spcAft>
                <a:spcPts val="0"/>
              </a:spcAft>
              <a:buSzPts val="2000"/>
              <a:buFont typeface="Urbanist Black"/>
              <a:buNone/>
              <a:defRPr sz="2000">
                <a:latin typeface="Urbanist Black"/>
                <a:ea typeface="Urbanist Black"/>
                <a:cs typeface="Urbanist Black"/>
                <a:sym typeface="Urbanist Black"/>
              </a:defRPr>
            </a:lvl3pPr>
            <a:lvl4pPr lvl="3" algn="ctr">
              <a:spcBef>
                <a:spcPts val="0"/>
              </a:spcBef>
              <a:spcAft>
                <a:spcPts val="0"/>
              </a:spcAft>
              <a:buSzPts val="2000"/>
              <a:buFont typeface="Urbanist Black"/>
              <a:buNone/>
              <a:defRPr sz="2000">
                <a:latin typeface="Urbanist Black"/>
                <a:ea typeface="Urbanist Black"/>
                <a:cs typeface="Urbanist Black"/>
                <a:sym typeface="Urbanist Black"/>
              </a:defRPr>
            </a:lvl4pPr>
            <a:lvl5pPr lvl="4" algn="ctr">
              <a:spcBef>
                <a:spcPts val="0"/>
              </a:spcBef>
              <a:spcAft>
                <a:spcPts val="0"/>
              </a:spcAft>
              <a:buSzPts val="2000"/>
              <a:buFont typeface="Urbanist Black"/>
              <a:buNone/>
              <a:defRPr sz="2000">
                <a:latin typeface="Urbanist Black"/>
                <a:ea typeface="Urbanist Black"/>
                <a:cs typeface="Urbanist Black"/>
                <a:sym typeface="Urbanist Black"/>
              </a:defRPr>
            </a:lvl5pPr>
            <a:lvl6pPr lvl="5" algn="ctr">
              <a:spcBef>
                <a:spcPts val="0"/>
              </a:spcBef>
              <a:spcAft>
                <a:spcPts val="0"/>
              </a:spcAft>
              <a:buSzPts val="2000"/>
              <a:buFont typeface="Urbanist Black"/>
              <a:buNone/>
              <a:defRPr sz="2000">
                <a:latin typeface="Urbanist Black"/>
                <a:ea typeface="Urbanist Black"/>
                <a:cs typeface="Urbanist Black"/>
                <a:sym typeface="Urbanist Black"/>
              </a:defRPr>
            </a:lvl6pPr>
            <a:lvl7pPr lvl="6" algn="ctr">
              <a:spcBef>
                <a:spcPts val="0"/>
              </a:spcBef>
              <a:spcAft>
                <a:spcPts val="0"/>
              </a:spcAft>
              <a:buSzPts val="2000"/>
              <a:buFont typeface="Urbanist Black"/>
              <a:buNone/>
              <a:defRPr sz="2000">
                <a:latin typeface="Urbanist Black"/>
                <a:ea typeface="Urbanist Black"/>
                <a:cs typeface="Urbanist Black"/>
                <a:sym typeface="Urbanist Black"/>
              </a:defRPr>
            </a:lvl7pPr>
            <a:lvl8pPr lvl="7" algn="ctr">
              <a:spcBef>
                <a:spcPts val="0"/>
              </a:spcBef>
              <a:spcAft>
                <a:spcPts val="0"/>
              </a:spcAft>
              <a:buSzPts val="2000"/>
              <a:buFont typeface="Urbanist Black"/>
              <a:buNone/>
              <a:defRPr sz="2000">
                <a:latin typeface="Urbanist Black"/>
                <a:ea typeface="Urbanist Black"/>
                <a:cs typeface="Urbanist Black"/>
                <a:sym typeface="Urbanist Black"/>
              </a:defRPr>
            </a:lvl8pPr>
            <a:lvl9pPr lvl="8" algn="ctr">
              <a:spcBef>
                <a:spcPts val="0"/>
              </a:spcBef>
              <a:spcAft>
                <a:spcPts val="0"/>
              </a:spcAft>
              <a:buSzPts val="2000"/>
              <a:buFont typeface="Urbanist Black"/>
              <a:buNone/>
              <a:defRPr sz="2000">
                <a:latin typeface="Urbanist Black"/>
                <a:ea typeface="Urbanist Black"/>
                <a:cs typeface="Urbanist Black"/>
                <a:sym typeface="Urbanist Black"/>
              </a:defRPr>
            </a:lvl9pPr>
          </a:lstStyle>
          <a:p/>
        </p:txBody>
      </p:sp>
      <p:sp>
        <p:nvSpPr>
          <p:cNvPr id="2505" name="Google Shape;2505;p103"/>
          <p:cNvSpPr txBox="1"/>
          <p:nvPr>
            <p:ph idx="2" type="subTitle"/>
          </p:nvPr>
        </p:nvSpPr>
        <p:spPr>
          <a:xfrm>
            <a:off x="3272150" y="3330350"/>
            <a:ext cx="2599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Font typeface="Urbanist Black"/>
              <a:buNone/>
              <a:defRPr sz="2000">
                <a:latin typeface="Urbanist Black"/>
                <a:ea typeface="Urbanist Black"/>
                <a:cs typeface="Urbanist Black"/>
                <a:sym typeface="Urbanist Black"/>
              </a:defRPr>
            </a:lvl1pPr>
            <a:lvl2pPr lvl="1" algn="ctr">
              <a:spcBef>
                <a:spcPts val="0"/>
              </a:spcBef>
              <a:spcAft>
                <a:spcPts val="0"/>
              </a:spcAft>
              <a:buSzPts val="2000"/>
              <a:buFont typeface="Urbanist Black"/>
              <a:buNone/>
              <a:defRPr sz="2000">
                <a:latin typeface="Urbanist Black"/>
                <a:ea typeface="Urbanist Black"/>
                <a:cs typeface="Urbanist Black"/>
                <a:sym typeface="Urbanist Black"/>
              </a:defRPr>
            </a:lvl2pPr>
            <a:lvl3pPr lvl="2" algn="ctr">
              <a:spcBef>
                <a:spcPts val="0"/>
              </a:spcBef>
              <a:spcAft>
                <a:spcPts val="0"/>
              </a:spcAft>
              <a:buSzPts val="2000"/>
              <a:buFont typeface="Urbanist Black"/>
              <a:buNone/>
              <a:defRPr sz="2000">
                <a:latin typeface="Urbanist Black"/>
                <a:ea typeface="Urbanist Black"/>
                <a:cs typeface="Urbanist Black"/>
                <a:sym typeface="Urbanist Black"/>
              </a:defRPr>
            </a:lvl3pPr>
            <a:lvl4pPr lvl="3" algn="ctr">
              <a:spcBef>
                <a:spcPts val="0"/>
              </a:spcBef>
              <a:spcAft>
                <a:spcPts val="0"/>
              </a:spcAft>
              <a:buSzPts val="2000"/>
              <a:buFont typeface="Urbanist Black"/>
              <a:buNone/>
              <a:defRPr sz="2000">
                <a:latin typeface="Urbanist Black"/>
                <a:ea typeface="Urbanist Black"/>
                <a:cs typeface="Urbanist Black"/>
                <a:sym typeface="Urbanist Black"/>
              </a:defRPr>
            </a:lvl4pPr>
            <a:lvl5pPr lvl="4" algn="ctr">
              <a:spcBef>
                <a:spcPts val="0"/>
              </a:spcBef>
              <a:spcAft>
                <a:spcPts val="0"/>
              </a:spcAft>
              <a:buSzPts val="2000"/>
              <a:buFont typeface="Urbanist Black"/>
              <a:buNone/>
              <a:defRPr sz="2000">
                <a:latin typeface="Urbanist Black"/>
                <a:ea typeface="Urbanist Black"/>
                <a:cs typeface="Urbanist Black"/>
                <a:sym typeface="Urbanist Black"/>
              </a:defRPr>
            </a:lvl5pPr>
            <a:lvl6pPr lvl="5" algn="ctr">
              <a:spcBef>
                <a:spcPts val="0"/>
              </a:spcBef>
              <a:spcAft>
                <a:spcPts val="0"/>
              </a:spcAft>
              <a:buSzPts val="2000"/>
              <a:buFont typeface="Urbanist Black"/>
              <a:buNone/>
              <a:defRPr sz="2000">
                <a:latin typeface="Urbanist Black"/>
                <a:ea typeface="Urbanist Black"/>
                <a:cs typeface="Urbanist Black"/>
                <a:sym typeface="Urbanist Black"/>
              </a:defRPr>
            </a:lvl6pPr>
            <a:lvl7pPr lvl="6" algn="ctr">
              <a:spcBef>
                <a:spcPts val="0"/>
              </a:spcBef>
              <a:spcAft>
                <a:spcPts val="0"/>
              </a:spcAft>
              <a:buSzPts val="2000"/>
              <a:buFont typeface="Urbanist Black"/>
              <a:buNone/>
              <a:defRPr sz="2000">
                <a:latin typeface="Urbanist Black"/>
                <a:ea typeface="Urbanist Black"/>
                <a:cs typeface="Urbanist Black"/>
                <a:sym typeface="Urbanist Black"/>
              </a:defRPr>
            </a:lvl7pPr>
            <a:lvl8pPr lvl="7" algn="ctr">
              <a:spcBef>
                <a:spcPts val="0"/>
              </a:spcBef>
              <a:spcAft>
                <a:spcPts val="0"/>
              </a:spcAft>
              <a:buSzPts val="2000"/>
              <a:buFont typeface="Urbanist Black"/>
              <a:buNone/>
              <a:defRPr sz="2000">
                <a:latin typeface="Urbanist Black"/>
                <a:ea typeface="Urbanist Black"/>
                <a:cs typeface="Urbanist Black"/>
                <a:sym typeface="Urbanist Black"/>
              </a:defRPr>
            </a:lvl8pPr>
            <a:lvl9pPr lvl="8" algn="ctr">
              <a:spcBef>
                <a:spcPts val="0"/>
              </a:spcBef>
              <a:spcAft>
                <a:spcPts val="0"/>
              </a:spcAft>
              <a:buSzPts val="2000"/>
              <a:buFont typeface="Urbanist Black"/>
              <a:buNone/>
              <a:defRPr sz="2000">
                <a:latin typeface="Urbanist Black"/>
                <a:ea typeface="Urbanist Black"/>
                <a:cs typeface="Urbanist Black"/>
                <a:sym typeface="Urbanist Black"/>
              </a:defRPr>
            </a:lvl9pPr>
          </a:lstStyle>
          <a:p/>
        </p:txBody>
      </p:sp>
      <p:sp>
        <p:nvSpPr>
          <p:cNvPr id="2506" name="Google Shape;2506;p103"/>
          <p:cNvSpPr txBox="1"/>
          <p:nvPr>
            <p:ph idx="3" type="subTitle"/>
          </p:nvPr>
        </p:nvSpPr>
        <p:spPr>
          <a:xfrm>
            <a:off x="6117025" y="3330350"/>
            <a:ext cx="2599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Font typeface="Urbanist Black"/>
              <a:buNone/>
              <a:defRPr sz="2000">
                <a:latin typeface="Urbanist Black"/>
                <a:ea typeface="Urbanist Black"/>
                <a:cs typeface="Urbanist Black"/>
                <a:sym typeface="Urbanist Black"/>
              </a:defRPr>
            </a:lvl1pPr>
            <a:lvl2pPr lvl="1" algn="ctr">
              <a:spcBef>
                <a:spcPts val="0"/>
              </a:spcBef>
              <a:spcAft>
                <a:spcPts val="0"/>
              </a:spcAft>
              <a:buSzPts val="2000"/>
              <a:buFont typeface="Urbanist Black"/>
              <a:buNone/>
              <a:defRPr sz="2000">
                <a:latin typeface="Urbanist Black"/>
                <a:ea typeface="Urbanist Black"/>
                <a:cs typeface="Urbanist Black"/>
                <a:sym typeface="Urbanist Black"/>
              </a:defRPr>
            </a:lvl2pPr>
            <a:lvl3pPr lvl="2" algn="ctr">
              <a:spcBef>
                <a:spcPts val="0"/>
              </a:spcBef>
              <a:spcAft>
                <a:spcPts val="0"/>
              </a:spcAft>
              <a:buSzPts val="2000"/>
              <a:buFont typeface="Urbanist Black"/>
              <a:buNone/>
              <a:defRPr sz="2000">
                <a:latin typeface="Urbanist Black"/>
                <a:ea typeface="Urbanist Black"/>
                <a:cs typeface="Urbanist Black"/>
                <a:sym typeface="Urbanist Black"/>
              </a:defRPr>
            </a:lvl3pPr>
            <a:lvl4pPr lvl="3" algn="ctr">
              <a:spcBef>
                <a:spcPts val="0"/>
              </a:spcBef>
              <a:spcAft>
                <a:spcPts val="0"/>
              </a:spcAft>
              <a:buSzPts val="2000"/>
              <a:buFont typeface="Urbanist Black"/>
              <a:buNone/>
              <a:defRPr sz="2000">
                <a:latin typeface="Urbanist Black"/>
                <a:ea typeface="Urbanist Black"/>
                <a:cs typeface="Urbanist Black"/>
                <a:sym typeface="Urbanist Black"/>
              </a:defRPr>
            </a:lvl4pPr>
            <a:lvl5pPr lvl="4" algn="ctr">
              <a:spcBef>
                <a:spcPts val="0"/>
              </a:spcBef>
              <a:spcAft>
                <a:spcPts val="0"/>
              </a:spcAft>
              <a:buSzPts val="2000"/>
              <a:buFont typeface="Urbanist Black"/>
              <a:buNone/>
              <a:defRPr sz="2000">
                <a:latin typeface="Urbanist Black"/>
                <a:ea typeface="Urbanist Black"/>
                <a:cs typeface="Urbanist Black"/>
                <a:sym typeface="Urbanist Black"/>
              </a:defRPr>
            </a:lvl5pPr>
            <a:lvl6pPr lvl="5" algn="ctr">
              <a:spcBef>
                <a:spcPts val="0"/>
              </a:spcBef>
              <a:spcAft>
                <a:spcPts val="0"/>
              </a:spcAft>
              <a:buSzPts val="2000"/>
              <a:buFont typeface="Urbanist Black"/>
              <a:buNone/>
              <a:defRPr sz="2000">
                <a:latin typeface="Urbanist Black"/>
                <a:ea typeface="Urbanist Black"/>
                <a:cs typeface="Urbanist Black"/>
                <a:sym typeface="Urbanist Black"/>
              </a:defRPr>
            </a:lvl6pPr>
            <a:lvl7pPr lvl="6" algn="ctr">
              <a:spcBef>
                <a:spcPts val="0"/>
              </a:spcBef>
              <a:spcAft>
                <a:spcPts val="0"/>
              </a:spcAft>
              <a:buSzPts val="2000"/>
              <a:buFont typeface="Urbanist Black"/>
              <a:buNone/>
              <a:defRPr sz="2000">
                <a:latin typeface="Urbanist Black"/>
                <a:ea typeface="Urbanist Black"/>
                <a:cs typeface="Urbanist Black"/>
                <a:sym typeface="Urbanist Black"/>
              </a:defRPr>
            </a:lvl7pPr>
            <a:lvl8pPr lvl="7" algn="ctr">
              <a:spcBef>
                <a:spcPts val="0"/>
              </a:spcBef>
              <a:spcAft>
                <a:spcPts val="0"/>
              </a:spcAft>
              <a:buSzPts val="2000"/>
              <a:buFont typeface="Urbanist Black"/>
              <a:buNone/>
              <a:defRPr sz="2000">
                <a:latin typeface="Urbanist Black"/>
                <a:ea typeface="Urbanist Black"/>
                <a:cs typeface="Urbanist Black"/>
                <a:sym typeface="Urbanist Black"/>
              </a:defRPr>
            </a:lvl8pPr>
            <a:lvl9pPr lvl="8" algn="ctr">
              <a:spcBef>
                <a:spcPts val="0"/>
              </a:spcBef>
              <a:spcAft>
                <a:spcPts val="0"/>
              </a:spcAft>
              <a:buSzPts val="2000"/>
              <a:buFont typeface="Urbanist Black"/>
              <a:buNone/>
              <a:defRPr sz="2000">
                <a:latin typeface="Urbanist Black"/>
                <a:ea typeface="Urbanist Black"/>
                <a:cs typeface="Urbanist Black"/>
                <a:sym typeface="Urbanist Black"/>
              </a:defRPr>
            </a:lvl9pPr>
          </a:lstStyle>
          <a:p/>
        </p:txBody>
      </p:sp>
      <p:sp>
        <p:nvSpPr>
          <p:cNvPr id="2507" name="Google Shape;2507;p103"/>
          <p:cNvSpPr txBox="1"/>
          <p:nvPr>
            <p:ph idx="4" type="subTitle"/>
          </p:nvPr>
        </p:nvSpPr>
        <p:spPr>
          <a:xfrm>
            <a:off x="427525" y="3990750"/>
            <a:ext cx="2599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Font typeface="Urbanist Black"/>
              <a:buNone/>
              <a:defRPr sz="2000">
                <a:latin typeface="Urbanist Black"/>
                <a:ea typeface="Urbanist Black"/>
                <a:cs typeface="Urbanist Black"/>
                <a:sym typeface="Urbanist Black"/>
              </a:defRPr>
            </a:lvl1pPr>
            <a:lvl2pPr lvl="1" algn="ctr">
              <a:spcBef>
                <a:spcPts val="0"/>
              </a:spcBef>
              <a:spcAft>
                <a:spcPts val="0"/>
              </a:spcAft>
              <a:buSzPts val="2000"/>
              <a:buFont typeface="Urbanist Black"/>
              <a:buNone/>
              <a:defRPr sz="2000">
                <a:latin typeface="Urbanist Black"/>
                <a:ea typeface="Urbanist Black"/>
                <a:cs typeface="Urbanist Black"/>
                <a:sym typeface="Urbanist Black"/>
              </a:defRPr>
            </a:lvl2pPr>
            <a:lvl3pPr lvl="2" algn="ctr">
              <a:spcBef>
                <a:spcPts val="0"/>
              </a:spcBef>
              <a:spcAft>
                <a:spcPts val="0"/>
              </a:spcAft>
              <a:buSzPts val="2000"/>
              <a:buFont typeface="Urbanist Black"/>
              <a:buNone/>
              <a:defRPr sz="2000">
                <a:latin typeface="Urbanist Black"/>
                <a:ea typeface="Urbanist Black"/>
                <a:cs typeface="Urbanist Black"/>
                <a:sym typeface="Urbanist Black"/>
              </a:defRPr>
            </a:lvl3pPr>
            <a:lvl4pPr lvl="3" algn="ctr">
              <a:spcBef>
                <a:spcPts val="0"/>
              </a:spcBef>
              <a:spcAft>
                <a:spcPts val="0"/>
              </a:spcAft>
              <a:buSzPts val="2000"/>
              <a:buFont typeface="Urbanist Black"/>
              <a:buNone/>
              <a:defRPr sz="2000">
                <a:latin typeface="Urbanist Black"/>
                <a:ea typeface="Urbanist Black"/>
                <a:cs typeface="Urbanist Black"/>
                <a:sym typeface="Urbanist Black"/>
              </a:defRPr>
            </a:lvl4pPr>
            <a:lvl5pPr lvl="4" algn="ctr">
              <a:spcBef>
                <a:spcPts val="0"/>
              </a:spcBef>
              <a:spcAft>
                <a:spcPts val="0"/>
              </a:spcAft>
              <a:buSzPts val="2000"/>
              <a:buFont typeface="Urbanist Black"/>
              <a:buNone/>
              <a:defRPr sz="2000">
                <a:latin typeface="Urbanist Black"/>
                <a:ea typeface="Urbanist Black"/>
                <a:cs typeface="Urbanist Black"/>
                <a:sym typeface="Urbanist Black"/>
              </a:defRPr>
            </a:lvl5pPr>
            <a:lvl6pPr lvl="5" algn="ctr">
              <a:spcBef>
                <a:spcPts val="0"/>
              </a:spcBef>
              <a:spcAft>
                <a:spcPts val="0"/>
              </a:spcAft>
              <a:buSzPts val="2000"/>
              <a:buFont typeface="Urbanist Black"/>
              <a:buNone/>
              <a:defRPr sz="2000">
                <a:latin typeface="Urbanist Black"/>
                <a:ea typeface="Urbanist Black"/>
                <a:cs typeface="Urbanist Black"/>
                <a:sym typeface="Urbanist Black"/>
              </a:defRPr>
            </a:lvl6pPr>
            <a:lvl7pPr lvl="6" algn="ctr">
              <a:spcBef>
                <a:spcPts val="0"/>
              </a:spcBef>
              <a:spcAft>
                <a:spcPts val="0"/>
              </a:spcAft>
              <a:buSzPts val="2000"/>
              <a:buFont typeface="Urbanist Black"/>
              <a:buNone/>
              <a:defRPr sz="2000">
                <a:latin typeface="Urbanist Black"/>
                <a:ea typeface="Urbanist Black"/>
                <a:cs typeface="Urbanist Black"/>
                <a:sym typeface="Urbanist Black"/>
              </a:defRPr>
            </a:lvl7pPr>
            <a:lvl8pPr lvl="7" algn="ctr">
              <a:spcBef>
                <a:spcPts val="0"/>
              </a:spcBef>
              <a:spcAft>
                <a:spcPts val="0"/>
              </a:spcAft>
              <a:buSzPts val="2000"/>
              <a:buFont typeface="Urbanist Black"/>
              <a:buNone/>
              <a:defRPr sz="2000">
                <a:latin typeface="Urbanist Black"/>
                <a:ea typeface="Urbanist Black"/>
                <a:cs typeface="Urbanist Black"/>
                <a:sym typeface="Urbanist Black"/>
              </a:defRPr>
            </a:lvl8pPr>
            <a:lvl9pPr lvl="8" algn="ctr">
              <a:spcBef>
                <a:spcPts val="0"/>
              </a:spcBef>
              <a:spcAft>
                <a:spcPts val="0"/>
              </a:spcAft>
              <a:buSzPts val="2000"/>
              <a:buFont typeface="Urbanist Black"/>
              <a:buNone/>
              <a:defRPr sz="2000">
                <a:latin typeface="Urbanist Black"/>
                <a:ea typeface="Urbanist Black"/>
                <a:cs typeface="Urbanist Black"/>
                <a:sym typeface="Urbanist Black"/>
              </a:defRPr>
            </a:lvl9pPr>
          </a:lstStyle>
          <a:p/>
        </p:txBody>
      </p:sp>
      <p:sp>
        <p:nvSpPr>
          <p:cNvPr id="2508" name="Google Shape;2508;p103"/>
          <p:cNvSpPr txBox="1"/>
          <p:nvPr>
            <p:ph idx="5" type="subTitle"/>
          </p:nvPr>
        </p:nvSpPr>
        <p:spPr>
          <a:xfrm>
            <a:off x="3272150" y="3990750"/>
            <a:ext cx="2599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Font typeface="Urbanist Black"/>
              <a:buNone/>
              <a:defRPr sz="2000">
                <a:latin typeface="Urbanist Black"/>
                <a:ea typeface="Urbanist Black"/>
                <a:cs typeface="Urbanist Black"/>
                <a:sym typeface="Urbanist Black"/>
              </a:defRPr>
            </a:lvl1pPr>
            <a:lvl2pPr lvl="1" algn="ctr">
              <a:spcBef>
                <a:spcPts val="0"/>
              </a:spcBef>
              <a:spcAft>
                <a:spcPts val="0"/>
              </a:spcAft>
              <a:buSzPts val="2000"/>
              <a:buFont typeface="Urbanist Black"/>
              <a:buNone/>
              <a:defRPr sz="2000">
                <a:latin typeface="Urbanist Black"/>
                <a:ea typeface="Urbanist Black"/>
                <a:cs typeface="Urbanist Black"/>
                <a:sym typeface="Urbanist Black"/>
              </a:defRPr>
            </a:lvl2pPr>
            <a:lvl3pPr lvl="2" algn="ctr">
              <a:spcBef>
                <a:spcPts val="0"/>
              </a:spcBef>
              <a:spcAft>
                <a:spcPts val="0"/>
              </a:spcAft>
              <a:buSzPts val="2000"/>
              <a:buFont typeface="Urbanist Black"/>
              <a:buNone/>
              <a:defRPr sz="2000">
                <a:latin typeface="Urbanist Black"/>
                <a:ea typeface="Urbanist Black"/>
                <a:cs typeface="Urbanist Black"/>
                <a:sym typeface="Urbanist Black"/>
              </a:defRPr>
            </a:lvl3pPr>
            <a:lvl4pPr lvl="3" algn="ctr">
              <a:spcBef>
                <a:spcPts val="0"/>
              </a:spcBef>
              <a:spcAft>
                <a:spcPts val="0"/>
              </a:spcAft>
              <a:buSzPts val="2000"/>
              <a:buFont typeface="Urbanist Black"/>
              <a:buNone/>
              <a:defRPr sz="2000">
                <a:latin typeface="Urbanist Black"/>
                <a:ea typeface="Urbanist Black"/>
                <a:cs typeface="Urbanist Black"/>
                <a:sym typeface="Urbanist Black"/>
              </a:defRPr>
            </a:lvl4pPr>
            <a:lvl5pPr lvl="4" algn="ctr">
              <a:spcBef>
                <a:spcPts val="0"/>
              </a:spcBef>
              <a:spcAft>
                <a:spcPts val="0"/>
              </a:spcAft>
              <a:buSzPts val="2000"/>
              <a:buFont typeface="Urbanist Black"/>
              <a:buNone/>
              <a:defRPr sz="2000">
                <a:latin typeface="Urbanist Black"/>
                <a:ea typeface="Urbanist Black"/>
                <a:cs typeface="Urbanist Black"/>
                <a:sym typeface="Urbanist Black"/>
              </a:defRPr>
            </a:lvl5pPr>
            <a:lvl6pPr lvl="5" algn="ctr">
              <a:spcBef>
                <a:spcPts val="0"/>
              </a:spcBef>
              <a:spcAft>
                <a:spcPts val="0"/>
              </a:spcAft>
              <a:buSzPts val="2000"/>
              <a:buFont typeface="Urbanist Black"/>
              <a:buNone/>
              <a:defRPr sz="2000">
                <a:latin typeface="Urbanist Black"/>
                <a:ea typeface="Urbanist Black"/>
                <a:cs typeface="Urbanist Black"/>
                <a:sym typeface="Urbanist Black"/>
              </a:defRPr>
            </a:lvl6pPr>
            <a:lvl7pPr lvl="6" algn="ctr">
              <a:spcBef>
                <a:spcPts val="0"/>
              </a:spcBef>
              <a:spcAft>
                <a:spcPts val="0"/>
              </a:spcAft>
              <a:buSzPts val="2000"/>
              <a:buFont typeface="Urbanist Black"/>
              <a:buNone/>
              <a:defRPr sz="2000">
                <a:latin typeface="Urbanist Black"/>
                <a:ea typeface="Urbanist Black"/>
                <a:cs typeface="Urbanist Black"/>
                <a:sym typeface="Urbanist Black"/>
              </a:defRPr>
            </a:lvl7pPr>
            <a:lvl8pPr lvl="7" algn="ctr">
              <a:spcBef>
                <a:spcPts val="0"/>
              </a:spcBef>
              <a:spcAft>
                <a:spcPts val="0"/>
              </a:spcAft>
              <a:buSzPts val="2000"/>
              <a:buFont typeface="Urbanist Black"/>
              <a:buNone/>
              <a:defRPr sz="2000">
                <a:latin typeface="Urbanist Black"/>
                <a:ea typeface="Urbanist Black"/>
                <a:cs typeface="Urbanist Black"/>
                <a:sym typeface="Urbanist Black"/>
              </a:defRPr>
            </a:lvl8pPr>
            <a:lvl9pPr lvl="8" algn="ctr">
              <a:spcBef>
                <a:spcPts val="0"/>
              </a:spcBef>
              <a:spcAft>
                <a:spcPts val="0"/>
              </a:spcAft>
              <a:buSzPts val="2000"/>
              <a:buFont typeface="Urbanist Black"/>
              <a:buNone/>
              <a:defRPr sz="2000">
                <a:latin typeface="Urbanist Black"/>
                <a:ea typeface="Urbanist Black"/>
                <a:cs typeface="Urbanist Black"/>
                <a:sym typeface="Urbanist Black"/>
              </a:defRPr>
            </a:lvl9pPr>
          </a:lstStyle>
          <a:p/>
        </p:txBody>
      </p:sp>
      <p:sp>
        <p:nvSpPr>
          <p:cNvPr id="2509" name="Google Shape;2509;p103"/>
          <p:cNvSpPr txBox="1"/>
          <p:nvPr>
            <p:ph idx="6" type="subTitle"/>
          </p:nvPr>
        </p:nvSpPr>
        <p:spPr>
          <a:xfrm>
            <a:off x="6117025" y="3990750"/>
            <a:ext cx="2599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Font typeface="Urbanist Black"/>
              <a:buNone/>
              <a:defRPr sz="2000">
                <a:latin typeface="Urbanist Black"/>
                <a:ea typeface="Urbanist Black"/>
                <a:cs typeface="Urbanist Black"/>
                <a:sym typeface="Urbanist Black"/>
              </a:defRPr>
            </a:lvl1pPr>
            <a:lvl2pPr lvl="1" algn="ctr">
              <a:spcBef>
                <a:spcPts val="0"/>
              </a:spcBef>
              <a:spcAft>
                <a:spcPts val="0"/>
              </a:spcAft>
              <a:buSzPts val="2000"/>
              <a:buFont typeface="Urbanist Black"/>
              <a:buNone/>
              <a:defRPr sz="2000">
                <a:latin typeface="Urbanist Black"/>
                <a:ea typeface="Urbanist Black"/>
                <a:cs typeface="Urbanist Black"/>
                <a:sym typeface="Urbanist Black"/>
              </a:defRPr>
            </a:lvl2pPr>
            <a:lvl3pPr lvl="2" algn="ctr">
              <a:spcBef>
                <a:spcPts val="0"/>
              </a:spcBef>
              <a:spcAft>
                <a:spcPts val="0"/>
              </a:spcAft>
              <a:buSzPts val="2000"/>
              <a:buFont typeface="Urbanist Black"/>
              <a:buNone/>
              <a:defRPr sz="2000">
                <a:latin typeface="Urbanist Black"/>
                <a:ea typeface="Urbanist Black"/>
                <a:cs typeface="Urbanist Black"/>
                <a:sym typeface="Urbanist Black"/>
              </a:defRPr>
            </a:lvl3pPr>
            <a:lvl4pPr lvl="3" algn="ctr">
              <a:spcBef>
                <a:spcPts val="0"/>
              </a:spcBef>
              <a:spcAft>
                <a:spcPts val="0"/>
              </a:spcAft>
              <a:buSzPts val="2000"/>
              <a:buFont typeface="Urbanist Black"/>
              <a:buNone/>
              <a:defRPr sz="2000">
                <a:latin typeface="Urbanist Black"/>
                <a:ea typeface="Urbanist Black"/>
                <a:cs typeface="Urbanist Black"/>
                <a:sym typeface="Urbanist Black"/>
              </a:defRPr>
            </a:lvl4pPr>
            <a:lvl5pPr lvl="4" algn="ctr">
              <a:spcBef>
                <a:spcPts val="0"/>
              </a:spcBef>
              <a:spcAft>
                <a:spcPts val="0"/>
              </a:spcAft>
              <a:buSzPts val="2000"/>
              <a:buFont typeface="Urbanist Black"/>
              <a:buNone/>
              <a:defRPr sz="2000">
                <a:latin typeface="Urbanist Black"/>
                <a:ea typeface="Urbanist Black"/>
                <a:cs typeface="Urbanist Black"/>
                <a:sym typeface="Urbanist Black"/>
              </a:defRPr>
            </a:lvl5pPr>
            <a:lvl6pPr lvl="5" algn="ctr">
              <a:spcBef>
                <a:spcPts val="0"/>
              </a:spcBef>
              <a:spcAft>
                <a:spcPts val="0"/>
              </a:spcAft>
              <a:buSzPts val="2000"/>
              <a:buFont typeface="Urbanist Black"/>
              <a:buNone/>
              <a:defRPr sz="2000">
                <a:latin typeface="Urbanist Black"/>
                <a:ea typeface="Urbanist Black"/>
                <a:cs typeface="Urbanist Black"/>
                <a:sym typeface="Urbanist Black"/>
              </a:defRPr>
            </a:lvl6pPr>
            <a:lvl7pPr lvl="6" algn="ctr">
              <a:spcBef>
                <a:spcPts val="0"/>
              </a:spcBef>
              <a:spcAft>
                <a:spcPts val="0"/>
              </a:spcAft>
              <a:buSzPts val="2000"/>
              <a:buFont typeface="Urbanist Black"/>
              <a:buNone/>
              <a:defRPr sz="2000">
                <a:latin typeface="Urbanist Black"/>
                <a:ea typeface="Urbanist Black"/>
                <a:cs typeface="Urbanist Black"/>
                <a:sym typeface="Urbanist Black"/>
              </a:defRPr>
            </a:lvl7pPr>
            <a:lvl8pPr lvl="7" algn="ctr">
              <a:spcBef>
                <a:spcPts val="0"/>
              </a:spcBef>
              <a:spcAft>
                <a:spcPts val="0"/>
              </a:spcAft>
              <a:buSzPts val="2000"/>
              <a:buFont typeface="Urbanist Black"/>
              <a:buNone/>
              <a:defRPr sz="2000">
                <a:latin typeface="Urbanist Black"/>
                <a:ea typeface="Urbanist Black"/>
                <a:cs typeface="Urbanist Black"/>
                <a:sym typeface="Urbanist Black"/>
              </a:defRPr>
            </a:lvl8pPr>
            <a:lvl9pPr lvl="8" algn="ctr">
              <a:spcBef>
                <a:spcPts val="0"/>
              </a:spcBef>
              <a:spcAft>
                <a:spcPts val="0"/>
              </a:spcAft>
              <a:buSzPts val="2000"/>
              <a:buFont typeface="Urbanist Black"/>
              <a:buNone/>
              <a:defRPr sz="2000">
                <a:latin typeface="Urbanist Black"/>
                <a:ea typeface="Urbanist Black"/>
                <a:cs typeface="Urbanist Black"/>
                <a:sym typeface="Urbanist Black"/>
              </a:defRPr>
            </a:lvl9pPr>
          </a:lstStyle>
          <a:p/>
        </p:txBody>
      </p:sp>
      <p:sp>
        <p:nvSpPr>
          <p:cNvPr id="2510" name="Google Shape;2510;p103"/>
          <p:cNvSpPr txBox="1"/>
          <p:nvPr>
            <p:ph type="title"/>
          </p:nvPr>
        </p:nvSpPr>
        <p:spPr>
          <a:xfrm>
            <a:off x="311700" y="1269875"/>
            <a:ext cx="8520600" cy="894600"/>
          </a:xfrm>
          <a:prstGeom prst="rect">
            <a:avLst/>
          </a:prstGeom>
        </p:spPr>
        <p:txBody>
          <a:bodyPr anchorCtr="0" anchor="t" bIns="91425" lIns="91425" spcFirstLastPara="1" rIns="91425" wrap="square" tIns="91425">
            <a:noAutofit/>
          </a:bodyPr>
          <a:lstStyle>
            <a:lvl1pPr lvl="0" algn="ctr">
              <a:lnSpc>
                <a:spcPct val="70000"/>
              </a:lnSpc>
              <a:spcBef>
                <a:spcPts val="0"/>
              </a:spcBef>
              <a:spcAft>
                <a:spcPts val="0"/>
              </a:spcAft>
              <a:buSzPts val="7900"/>
              <a:buNone/>
              <a:defRPr sz="7900"/>
            </a:lvl1pPr>
            <a:lvl2pPr lvl="1" algn="ctr">
              <a:lnSpc>
                <a:spcPct val="70000"/>
              </a:lnSpc>
              <a:spcBef>
                <a:spcPts val="0"/>
              </a:spcBef>
              <a:spcAft>
                <a:spcPts val="0"/>
              </a:spcAft>
              <a:buSzPts val="7900"/>
              <a:buNone/>
              <a:defRPr sz="7900"/>
            </a:lvl2pPr>
            <a:lvl3pPr lvl="2" algn="ctr">
              <a:lnSpc>
                <a:spcPct val="70000"/>
              </a:lnSpc>
              <a:spcBef>
                <a:spcPts val="0"/>
              </a:spcBef>
              <a:spcAft>
                <a:spcPts val="0"/>
              </a:spcAft>
              <a:buSzPts val="7900"/>
              <a:buNone/>
              <a:defRPr sz="7900"/>
            </a:lvl3pPr>
            <a:lvl4pPr lvl="3" algn="ctr">
              <a:lnSpc>
                <a:spcPct val="70000"/>
              </a:lnSpc>
              <a:spcBef>
                <a:spcPts val="0"/>
              </a:spcBef>
              <a:spcAft>
                <a:spcPts val="0"/>
              </a:spcAft>
              <a:buSzPts val="7900"/>
              <a:buNone/>
              <a:defRPr sz="7900"/>
            </a:lvl4pPr>
            <a:lvl5pPr lvl="4" algn="ctr">
              <a:lnSpc>
                <a:spcPct val="70000"/>
              </a:lnSpc>
              <a:spcBef>
                <a:spcPts val="0"/>
              </a:spcBef>
              <a:spcAft>
                <a:spcPts val="0"/>
              </a:spcAft>
              <a:buSzPts val="7900"/>
              <a:buNone/>
              <a:defRPr sz="7900"/>
            </a:lvl5pPr>
            <a:lvl6pPr lvl="5" algn="ctr">
              <a:lnSpc>
                <a:spcPct val="70000"/>
              </a:lnSpc>
              <a:spcBef>
                <a:spcPts val="0"/>
              </a:spcBef>
              <a:spcAft>
                <a:spcPts val="0"/>
              </a:spcAft>
              <a:buSzPts val="7900"/>
              <a:buNone/>
              <a:defRPr sz="7900"/>
            </a:lvl6pPr>
            <a:lvl7pPr lvl="6" algn="ctr">
              <a:lnSpc>
                <a:spcPct val="70000"/>
              </a:lnSpc>
              <a:spcBef>
                <a:spcPts val="0"/>
              </a:spcBef>
              <a:spcAft>
                <a:spcPts val="0"/>
              </a:spcAft>
              <a:buSzPts val="7900"/>
              <a:buNone/>
              <a:defRPr sz="7900"/>
            </a:lvl7pPr>
            <a:lvl8pPr lvl="7" algn="ctr">
              <a:lnSpc>
                <a:spcPct val="70000"/>
              </a:lnSpc>
              <a:spcBef>
                <a:spcPts val="0"/>
              </a:spcBef>
              <a:spcAft>
                <a:spcPts val="0"/>
              </a:spcAft>
              <a:buSzPts val="7900"/>
              <a:buNone/>
              <a:defRPr sz="7900"/>
            </a:lvl8pPr>
            <a:lvl9pPr lvl="8" algn="ctr">
              <a:lnSpc>
                <a:spcPct val="70000"/>
              </a:lnSpc>
              <a:spcBef>
                <a:spcPts val="0"/>
              </a:spcBef>
              <a:spcAft>
                <a:spcPts val="0"/>
              </a:spcAft>
              <a:buSzPts val="7900"/>
              <a:buNone/>
              <a:defRPr sz="7900"/>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ITLE_ONLY_1">
    <p:spTree>
      <p:nvGrpSpPr>
        <p:cNvPr id="2511" name="Shape 2511"/>
        <p:cNvGrpSpPr/>
        <p:nvPr/>
      </p:nvGrpSpPr>
      <p:grpSpPr>
        <a:xfrm>
          <a:off x="0" y="0"/>
          <a:ext cx="0" cy="0"/>
          <a:chOff x="0" y="0"/>
          <a:chExt cx="0" cy="0"/>
        </a:xfrm>
      </p:grpSpPr>
      <p:sp>
        <p:nvSpPr>
          <p:cNvPr id="2512" name="Google Shape;2512;p104"/>
          <p:cNvSpPr txBox="1"/>
          <p:nvPr>
            <p:ph idx="1" type="body"/>
          </p:nvPr>
        </p:nvSpPr>
        <p:spPr>
          <a:xfrm>
            <a:off x="6117275" y="3205025"/>
            <a:ext cx="2599200" cy="1007700"/>
          </a:xfrm>
          <a:prstGeom prst="rect">
            <a:avLst/>
          </a:prstGeom>
        </p:spPr>
        <p:txBody>
          <a:bodyPr anchorCtr="0" anchor="ctr"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04800" lvl="7" marL="3657600" algn="ctr">
              <a:spcBef>
                <a:spcPts val="0"/>
              </a:spcBef>
              <a:spcAft>
                <a:spcPts val="0"/>
              </a:spcAft>
              <a:buSzPts val="1200"/>
              <a:buChar char="○"/>
              <a:defRPr sz="1200"/>
            </a:lvl8pPr>
            <a:lvl9pPr indent="-317500" lvl="8" marL="4114800" algn="ctr">
              <a:spcBef>
                <a:spcPts val="0"/>
              </a:spcBef>
              <a:spcAft>
                <a:spcPts val="0"/>
              </a:spcAft>
              <a:buSzPts val="1400"/>
              <a:buChar char="■"/>
              <a:defRPr sz="1200"/>
            </a:lvl9pPr>
          </a:lstStyle>
          <a:p/>
        </p:txBody>
      </p:sp>
      <p:sp>
        <p:nvSpPr>
          <p:cNvPr id="2513" name="Google Shape;2513;p104"/>
          <p:cNvSpPr txBox="1"/>
          <p:nvPr>
            <p:ph type="title"/>
          </p:nvPr>
        </p:nvSpPr>
        <p:spPr>
          <a:xfrm>
            <a:off x="311700" y="1269875"/>
            <a:ext cx="8520600" cy="894600"/>
          </a:xfrm>
          <a:prstGeom prst="rect">
            <a:avLst/>
          </a:prstGeom>
        </p:spPr>
        <p:txBody>
          <a:bodyPr anchorCtr="0" anchor="t" bIns="91425" lIns="91425" spcFirstLastPara="1" rIns="91425" wrap="square" tIns="91425">
            <a:noAutofit/>
          </a:bodyPr>
          <a:lstStyle>
            <a:lvl1pPr lvl="0" algn="ctr">
              <a:lnSpc>
                <a:spcPct val="70000"/>
              </a:lnSpc>
              <a:spcBef>
                <a:spcPts val="0"/>
              </a:spcBef>
              <a:spcAft>
                <a:spcPts val="0"/>
              </a:spcAft>
              <a:buSzPts val="7900"/>
              <a:buNone/>
              <a:defRPr sz="7900"/>
            </a:lvl1pPr>
            <a:lvl2pPr lvl="1" algn="ctr">
              <a:lnSpc>
                <a:spcPct val="70000"/>
              </a:lnSpc>
              <a:spcBef>
                <a:spcPts val="0"/>
              </a:spcBef>
              <a:spcAft>
                <a:spcPts val="0"/>
              </a:spcAft>
              <a:buSzPts val="7900"/>
              <a:buNone/>
              <a:defRPr sz="7900"/>
            </a:lvl2pPr>
            <a:lvl3pPr lvl="2" algn="ctr">
              <a:lnSpc>
                <a:spcPct val="70000"/>
              </a:lnSpc>
              <a:spcBef>
                <a:spcPts val="0"/>
              </a:spcBef>
              <a:spcAft>
                <a:spcPts val="0"/>
              </a:spcAft>
              <a:buSzPts val="7900"/>
              <a:buNone/>
              <a:defRPr sz="7900"/>
            </a:lvl3pPr>
            <a:lvl4pPr lvl="3" algn="ctr">
              <a:lnSpc>
                <a:spcPct val="70000"/>
              </a:lnSpc>
              <a:spcBef>
                <a:spcPts val="0"/>
              </a:spcBef>
              <a:spcAft>
                <a:spcPts val="0"/>
              </a:spcAft>
              <a:buSzPts val="7900"/>
              <a:buNone/>
              <a:defRPr sz="7900"/>
            </a:lvl4pPr>
            <a:lvl5pPr lvl="4" algn="ctr">
              <a:lnSpc>
                <a:spcPct val="70000"/>
              </a:lnSpc>
              <a:spcBef>
                <a:spcPts val="0"/>
              </a:spcBef>
              <a:spcAft>
                <a:spcPts val="0"/>
              </a:spcAft>
              <a:buSzPts val="7900"/>
              <a:buNone/>
              <a:defRPr sz="7900"/>
            </a:lvl5pPr>
            <a:lvl6pPr lvl="5" algn="ctr">
              <a:lnSpc>
                <a:spcPct val="70000"/>
              </a:lnSpc>
              <a:spcBef>
                <a:spcPts val="0"/>
              </a:spcBef>
              <a:spcAft>
                <a:spcPts val="0"/>
              </a:spcAft>
              <a:buSzPts val="7900"/>
              <a:buNone/>
              <a:defRPr sz="7900"/>
            </a:lvl6pPr>
            <a:lvl7pPr lvl="6" algn="ctr">
              <a:lnSpc>
                <a:spcPct val="70000"/>
              </a:lnSpc>
              <a:spcBef>
                <a:spcPts val="0"/>
              </a:spcBef>
              <a:spcAft>
                <a:spcPts val="0"/>
              </a:spcAft>
              <a:buSzPts val="7900"/>
              <a:buNone/>
              <a:defRPr sz="7900"/>
            </a:lvl7pPr>
            <a:lvl8pPr lvl="7" algn="ctr">
              <a:lnSpc>
                <a:spcPct val="70000"/>
              </a:lnSpc>
              <a:spcBef>
                <a:spcPts val="0"/>
              </a:spcBef>
              <a:spcAft>
                <a:spcPts val="0"/>
              </a:spcAft>
              <a:buSzPts val="7900"/>
              <a:buNone/>
              <a:defRPr sz="7900"/>
            </a:lvl8pPr>
            <a:lvl9pPr lvl="8" algn="ctr">
              <a:lnSpc>
                <a:spcPct val="70000"/>
              </a:lnSpc>
              <a:spcBef>
                <a:spcPts val="0"/>
              </a:spcBef>
              <a:spcAft>
                <a:spcPts val="0"/>
              </a:spcAft>
              <a:buSzPts val="7900"/>
              <a:buNone/>
              <a:defRPr sz="7900"/>
            </a:lvl9pPr>
          </a:lstStyle>
          <a:p/>
        </p:txBody>
      </p:sp>
      <p:sp>
        <p:nvSpPr>
          <p:cNvPr id="2514" name="Google Shape;2514;p10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15" name="Google Shape;2515;p104"/>
          <p:cNvSpPr txBox="1"/>
          <p:nvPr>
            <p:ph idx="2" type="body"/>
          </p:nvPr>
        </p:nvSpPr>
        <p:spPr>
          <a:xfrm>
            <a:off x="427525" y="3205025"/>
            <a:ext cx="2599200" cy="1007700"/>
          </a:xfrm>
          <a:prstGeom prst="rect">
            <a:avLst/>
          </a:prstGeom>
        </p:spPr>
        <p:txBody>
          <a:bodyPr anchorCtr="0" anchor="ctr"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04800" lvl="7" marL="3657600" algn="ctr">
              <a:spcBef>
                <a:spcPts val="0"/>
              </a:spcBef>
              <a:spcAft>
                <a:spcPts val="0"/>
              </a:spcAft>
              <a:buSzPts val="1200"/>
              <a:buChar char="○"/>
              <a:defRPr sz="1200"/>
            </a:lvl8pPr>
            <a:lvl9pPr indent="-317500" lvl="8" marL="4114800" algn="ctr">
              <a:spcBef>
                <a:spcPts val="0"/>
              </a:spcBef>
              <a:spcAft>
                <a:spcPts val="0"/>
              </a:spcAft>
              <a:buSzPts val="1400"/>
              <a:buChar char="■"/>
              <a:defRPr sz="1200"/>
            </a:lvl9pPr>
          </a:lstStyle>
          <a:p/>
        </p:txBody>
      </p:sp>
      <p:sp>
        <p:nvSpPr>
          <p:cNvPr id="2516" name="Google Shape;2516;p104"/>
          <p:cNvSpPr txBox="1"/>
          <p:nvPr>
            <p:ph idx="3" type="body"/>
          </p:nvPr>
        </p:nvSpPr>
        <p:spPr>
          <a:xfrm>
            <a:off x="3272400" y="3205025"/>
            <a:ext cx="2599200" cy="1007700"/>
          </a:xfrm>
          <a:prstGeom prst="rect">
            <a:avLst/>
          </a:prstGeom>
        </p:spPr>
        <p:txBody>
          <a:bodyPr anchorCtr="0" anchor="ctr"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04800" lvl="7" marL="3657600" algn="ctr">
              <a:spcBef>
                <a:spcPts val="0"/>
              </a:spcBef>
              <a:spcAft>
                <a:spcPts val="0"/>
              </a:spcAft>
              <a:buSzPts val="1200"/>
              <a:buChar char="○"/>
              <a:defRPr sz="1200"/>
            </a:lvl8pPr>
            <a:lvl9pPr indent="-317500" lvl="8" marL="4114800" algn="ctr">
              <a:spcBef>
                <a:spcPts val="0"/>
              </a:spcBef>
              <a:spcAft>
                <a:spcPts val="0"/>
              </a:spcAft>
              <a:buSzPts val="1400"/>
              <a:buChar char="■"/>
              <a:defRPr sz="1200"/>
            </a:lvl9pPr>
          </a:lstStyle>
          <a:p/>
        </p:txBody>
      </p:sp>
      <p:sp>
        <p:nvSpPr>
          <p:cNvPr id="2517" name="Google Shape;2517;p104"/>
          <p:cNvSpPr txBox="1"/>
          <p:nvPr>
            <p:ph idx="4" type="subTitle"/>
          </p:nvPr>
        </p:nvSpPr>
        <p:spPr>
          <a:xfrm>
            <a:off x="427525" y="2776650"/>
            <a:ext cx="2599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Font typeface="Urbanist Black"/>
              <a:buNone/>
              <a:defRPr sz="2000">
                <a:latin typeface="Urbanist Black"/>
                <a:ea typeface="Urbanist Black"/>
                <a:cs typeface="Urbanist Black"/>
                <a:sym typeface="Urbanist Black"/>
              </a:defRPr>
            </a:lvl1pPr>
            <a:lvl2pPr lvl="1" algn="ctr">
              <a:spcBef>
                <a:spcPts val="0"/>
              </a:spcBef>
              <a:spcAft>
                <a:spcPts val="0"/>
              </a:spcAft>
              <a:buSzPts val="2000"/>
              <a:buFont typeface="Urbanist Black"/>
              <a:buNone/>
              <a:defRPr sz="2000">
                <a:latin typeface="Urbanist Black"/>
                <a:ea typeface="Urbanist Black"/>
                <a:cs typeface="Urbanist Black"/>
                <a:sym typeface="Urbanist Black"/>
              </a:defRPr>
            </a:lvl2pPr>
            <a:lvl3pPr lvl="2" algn="ctr">
              <a:spcBef>
                <a:spcPts val="0"/>
              </a:spcBef>
              <a:spcAft>
                <a:spcPts val="0"/>
              </a:spcAft>
              <a:buSzPts val="2000"/>
              <a:buFont typeface="Urbanist Black"/>
              <a:buNone/>
              <a:defRPr sz="2000">
                <a:latin typeface="Urbanist Black"/>
                <a:ea typeface="Urbanist Black"/>
                <a:cs typeface="Urbanist Black"/>
                <a:sym typeface="Urbanist Black"/>
              </a:defRPr>
            </a:lvl3pPr>
            <a:lvl4pPr lvl="3" algn="ctr">
              <a:spcBef>
                <a:spcPts val="0"/>
              </a:spcBef>
              <a:spcAft>
                <a:spcPts val="0"/>
              </a:spcAft>
              <a:buSzPts val="2000"/>
              <a:buFont typeface="Urbanist Black"/>
              <a:buNone/>
              <a:defRPr sz="2000">
                <a:latin typeface="Urbanist Black"/>
                <a:ea typeface="Urbanist Black"/>
                <a:cs typeface="Urbanist Black"/>
                <a:sym typeface="Urbanist Black"/>
              </a:defRPr>
            </a:lvl4pPr>
            <a:lvl5pPr lvl="4" algn="ctr">
              <a:spcBef>
                <a:spcPts val="0"/>
              </a:spcBef>
              <a:spcAft>
                <a:spcPts val="0"/>
              </a:spcAft>
              <a:buSzPts val="2000"/>
              <a:buFont typeface="Urbanist Black"/>
              <a:buNone/>
              <a:defRPr sz="2000">
                <a:latin typeface="Urbanist Black"/>
                <a:ea typeface="Urbanist Black"/>
                <a:cs typeface="Urbanist Black"/>
                <a:sym typeface="Urbanist Black"/>
              </a:defRPr>
            </a:lvl5pPr>
            <a:lvl6pPr lvl="5" algn="ctr">
              <a:spcBef>
                <a:spcPts val="0"/>
              </a:spcBef>
              <a:spcAft>
                <a:spcPts val="0"/>
              </a:spcAft>
              <a:buSzPts val="2000"/>
              <a:buFont typeface="Urbanist Black"/>
              <a:buNone/>
              <a:defRPr sz="2000">
                <a:latin typeface="Urbanist Black"/>
                <a:ea typeface="Urbanist Black"/>
                <a:cs typeface="Urbanist Black"/>
                <a:sym typeface="Urbanist Black"/>
              </a:defRPr>
            </a:lvl6pPr>
            <a:lvl7pPr lvl="6" algn="ctr">
              <a:spcBef>
                <a:spcPts val="0"/>
              </a:spcBef>
              <a:spcAft>
                <a:spcPts val="0"/>
              </a:spcAft>
              <a:buSzPts val="2000"/>
              <a:buFont typeface="Urbanist Black"/>
              <a:buNone/>
              <a:defRPr sz="2000">
                <a:latin typeface="Urbanist Black"/>
                <a:ea typeface="Urbanist Black"/>
                <a:cs typeface="Urbanist Black"/>
                <a:sym typeface="Urbanist Black"/>
              </a:defRPr>
            </a:lvl7pPr>
            <a:lvl8pPr lvl="7" algn="ctr">
              <a:spcBef>
                <a:spcPts val="0"/>
              </a:spcBef>
              <a:spcAft>
                <a:spcPts val="0"/>
              </a:spcAft>
              <a:buSzPts val="2000"/>
              <a:buFont typeface="Urbanist Black"/>
              <a:buNone/>
              <a:defRPr sz="2000">
                <a:latin typeface="Urbanist Black"/>
                <a:ea typeface="Urbanist Black"/>
                <a:cs typeface="Urbanist Black"/>
                <a:sym typeface="Urbanist Black"/>
              </a:defRPr>
            </a:lvl8pPr>
            <a:lvl9pPr lvl="8" algn="ctr">
              <a:spcBef>
                <a:spcPts val="0"/>
              </a:spcBef>
              <a:spcAft>
                <a:spcPts val="0"/>
              </a:spcAft>
              <a:buSzPts val="2000"/>
              <a:buFont typeface="Urbanist Black"/>
              <a:buNone/>
              <a:defRPr sz="2000">
                <a:latin typeface="Urbanist Black"/>
                <a:ea typeface="Urbanist Black"/>
                <a:cs typeface="Urbanist Black"/>
                <a:sym typeface="Urbanist Black"/>
              </a:defRPr>
            </a:lvl9pPr>
          </a:lstStyle>
          <a:p/>
        </p:txBody>
      </p:sp>
      <p:sp>
        <p:nvSpPr>
          <p:cNvPr id="2518" name="Google Shape;2518;p104"/>
          <p:cNvSpPr txBox="1"/>
          <p:nvPr>
            <p:ph idx="5" type="subTitle"/>
          </p:nvPr>
        </p:nvSpPr>
        <p:spPr>
          <a:xfrm>
            <a:off x="3272150" y="2776650"/>
            <a:ext cx="2599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Font typeface="Urbanist Black"/>
              <a:buNone/>
              <a:defRPr sz="2000">
                <a:latin typeface="Urbanist Black"/>
                <a:ea typeface="Urbanist Black"/>
                <a:cs typeface="Urbanist Black"/>
                <a:sym typeface="Urbanist Black"/>
              </a:defRPr>
            </a:lvl1pPr>
            <a:lvl2pPr lvl="1" algn="ctr">
              <a:spcBef>
                <a:spcPts val="0"/>
              </a:spcBef>
              <a:spcAft>
                <a:spcPts val="0"/>
              </a:spcAft>
              <a:buSzPts val="2000"/>
              <a:buFont typeface="Urbanist Black"/>
              <a:buNone/>
              <a:defRPr sz="2000">
                <a:latin typeface="Urbanist Black"/>
                <a:ea typeface="Urbanist Black"/>
                <a:cs typeface="Urbanist Black"/>
                <a:sym typeface="Urbanist Black"/>
              </a:defRPr>
            </a:lvl2pPr>
            <a:lvl3pPr lvl="2" algn="ctr">
              <a:spcBef>
                <a:spcPts val="0"/>
              </a:spcBef>
              <a:spcAft>
                <a:spcPts val="0"/>
              </a:spcAft>
              <a:buSzPts val="2000"/>
              <a:buFont typeface="Urbanist Black"/>
              <a:buNone/>
              <a:defRPr sz="2000">
                <a:latin typeface="Urbanist Black"/>
                <a:ea typeface="Urbanist Black"/>
                <a:cs typeface="Urbanist Black"/>
                <a:sym typeface="Urbanist Black"/>
              </a:defRPr>
            </a:lvl3pPr>
            <a:lvl4pPr lvl="3" algn="ctr">
              <a:spcBef>
                <a:spcPts val="0"/>
              </a:spcBef>
              <a:spcAft>
                <a:spcPts val="0"/>
              </a:spcAft>
              <a:buSzPts val="2000"/>
              <a:buFont typeface="Urbanist Black"/>
              <a:buNone/>
              <a:defRPr sz="2000">
                <a:latin typeface="Urbanist Black"/>
                <a:ea typeface="Urbanist Black"/>
                <a:cs typeface="Urbanist Black"/>
                <a:sym typeface="Urbanist Black"/>
              </a:defRPr>
            </a:lvl4pPr>
            <a:lvl5pPr lvl="4" algn="ctr">
              <a:spcBef>
                <a:spcPts val="0"/>
              </a:spcBef>
              <a:spcAft>
                <a:spcPts val="0"/>
              </a:spcAft>
              <a:buSzPts val="2000"/>
              <a:buFont typeface="Urbanist Black"/>
              <a:buNone/>
              <a:defRPr sz="2000">
                <a:latin typeface="Urbanist Black"/>
                <a:ea typeface="Urbanist Black"/>
                <a:cs typeface="Urbanist Black"/>
                <a:sym typeface="Urbanist Black"/>
              </a:defRPr>
            </a:lvl5pPr>
            <a:lvl6pPr lvl="5" algn="ctr">
              <a:spcBef>
                <a:spcPts val="0"/>
              </a:spcBef>
              <a:spcAft>
                <a:spcPts val="0"/>
              </a:spcAft>
              <a:buSzPts val="2000"/>
              <a:buFont typeface="Urbanist Black"/>
              <a:buNone/>
              <a:defRPr sz="2000">
                <a:latin typeface="Urbanist Black"/>
                <a:ea typeface="Urbanist Black"/>
                <a:cs typeface="Urbanist Black"/>
                <a:sym typeface="Urbanist Black"/>
              </a:defRPr>
            </a:lvl6pPr>
            <a:lvl7pPr lvl="6" algn="ctr">
              <a:spcBef>
                <a:spcPts val="0"/>
              </a:spcBef>
              <a:spcAft>
                <a:spcPts val="0"/>
              </a:spcAft>
              <a:buSzPts val="2000"/>
              <a:buFont typeface="Urbanist Black"/>
              <a:buNone/>
              <a:defRPr sz="2000">
                <a:latin typeface="Urbanist Black"/>
                <a:ea typeface="Urbanist Black"/>
                <a:cs typeface="Urbanist Black"/>
                <a:sym typeface="Urbanist Black"/>
              </a:defRPr>
            </a:lvl7pPr>
            <a:lvl8pPr lvl="7" algn="ctr">
              <a:spcBef>
                <a:spcPts val="0"/>
              </a:spcBef>
              <a:spcAft>
                <a:spcPts val="0"/>
              </a:spcAft>
              <a:buSzPts val="2000"/>
              <a:buFont typeface="Urbanist Black"/>
              <a:buNone/>
              <a:defRPr sz="2000">
                <a:latin typeface="Urbanist Black"/>
                <a:ea typeface="Urbanist Black"/>
                <a:cs typeface="Urbanist Black"/>
                <a:sym typeface="Urbanist Black"/>
              </a:defRPr>
            </a:lvl8pPr>
            <a:lvl9pPr lvl="8" algn="ctr">
              <a:spcBef>
                <a:spcPts val="0"/>
              </a:spcBef>
              <a:spcAft>
                <a:spcPts val="0"/>
              </a:spcAft>
              <a:buSzPts val="2000"/>
              <a:buFont typeface="Urbanist Black"/>
              <a:buNone/>
              <a:defRPr sz="2000">
                <a:latin typeface="Urbanist Black"/>
                <a:ea typeface="Urbanist Black"/>
                <a:cs typeface="Urbanist Black"/>
                <a:sym typeface="Urbanist Black"/>
              </a:defRPr>
            </a:lvl9pPr>
          </a:lstStyle>
          <a:p/>
        </p:txBody>
      </p:sp>
      <p:sp>
        <p:nvSpPr>
          <p:cNvPr id="2519" name="Google Shape;2519;p104"/>
          <p:cNvSpPr txBox="1"/>
          <p:nvPr>
            <p:ph idx="6" type="subTitle"/>
          </p:nvPr>
        </p:nvSpPr>
        <p:spPr>
          <a:xfrm>
            <a:off x="6117025" y="2776650"/>
            <a:ext cx="2599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Font typeface="Urbanist Black"/>
              <a:buNone/>
              <a:defRPr sz="2000">
                <a:latin typeface="Urbanist Black"/>
                <a:ea typeface="Urbanist Black"/>
                <a:cs typeface="Urbanist Black"/>
                <a:sym typeface="Urbanist Black"/>
              </a:defRPr>
            </a:lvl1pPr>
            <a:lvl2pPr lvl="1" algn="ctr">
              <a:spcBef>
                <a:spcPts val="0"/>
              </a:spcBef>
              <a:spcAft>
                <a:spcPts val="0"/>
              </a:spcAft>
              <a:buSzPts val="2000"/>
              <a:buFont typeface="Urbanist Black"/>
              <a:buNone/>
              <a:defRPr sz="2000">
                <a:latin typeface="Urbanist Black"/>
                <a:ea typeface="Urbanist Black"/>
                <a:cs typeface="Urbanist Black"/>
                <a:sym typeface="Urbanist Black"/>
              </a:defRPr>
            </a:lvl2pPr>
            <a:lvl3pPr lvl="2" algn="ctr">
              <a:spcBef>
                <a:spcPts val="0"/>
              </a:spcBef>
              <a:spcAft>
                <a:spcPts val="0"/>
              </a:spcAft>
              <a:buSzPts val="2000"/>
              <a:buFont typeface="Urbanist Black"/>
              <a:buNone/>
              <a:defRPr sz="2000">
                <a:latin typeface="Urbanist Black"/>
                <a:ea typeface="Urbanist Black"/>
                <a:cs typeface="Urbanist Black"/>
                <a:sym typeface="Urbanist Black"/>
              </a:defRPr>
            </a:lvl3pPr>
            <a:lvl4pPr lvl="3" algn="ctr">
              <a:spcBef>
                <a:spcPts val="0"/>
              </a:spcBef>
              <a:spcAft>
                <a:spcPts val="0"/>
              </a:spcAft>
              <a:buSzPts val="2000"/>
              <a:buFont typeface="Urbanist Black"/>
              <a:buNone/>
              <a:defRPr sz="2000">
                <a:latin typeface="Urbanist Black"/>
                <a:ea typeface="Urbanist Black"/>
                <a:cs typeface="Urbanist Black"/>
                <a:sym typeface="Urbanist Black"/>
              </a:defRPr>
            </a:lvl4pPr>
            <a:lvl5pPr lvl="4" algn="ctr">
              <a:spcBef>
                <a:spcPts val="0"/>
              </a:spcBef>
              <a:spcAft>
                <a:spcPts val="0"/>
              </a:spcAft>
              <a:buSzPts val="2000"/>
              <a:buFont typeface="Urbanist Black"/>
              <a:buNone/>
              <a:defRPr sz="2000">
                <a:latin typeface="Urbanist Black"/>
                <a:ea typeface="Urbanist Black"/>
                <a:cs typeface="Urbanist Black"/>
                <a:sym typeface="Urbanist Black"/>
              </a:defRPr>
            </a:lvl5pPr>
            <a:lvl6pPr lvl="5" algn="ctr">
              <a:spcBef>
                <a:spcPts val="0"/>
              </a:spcBef>
              <a:spcAft>
                <a:spcPts val="0"/>
              </a:spcAft>
              <a:buSzPts val="2000"/>
              <a:buFont typeface="Urbanist Black"/>
              <a:buNone/>
              <a:defRPr sz="2000">
                <a:latin typeface="Urbanist Black"/>
                <a:ea typeface="Urbanist Black"/>
                <a:cs typeface="Urbanist Black"/>
                <a:sym typeface="Urbanist Black"/>
              </a:defRPr>
            </a:lvl6pPr>
            <a:lvl7pPr lvl="6" algn="ctr">
              <a:spcBef>
                <a:spcPts val="0"/>
              </a:spcBef>
              <a:spcAft>
                <a:spcPts val="0"/>
              </a:spcAft>
              <a:buSzPts val="2000"/>
              <a:buFont typeface="Urbanist Black"/>
              <a:buNone/>
              <a:defRPr sz="2000">
                <a:latin typeface="Urbanist Black"/>
                <a:ea typeface="Urbanist Black"/>
                <a:cs typeface="Urbanist Black"/>
                <a:sym typeface="Urbanist Black"/>
              </a:defRPr>
            </a:lvl7pPr>
            <a:lvl8pPr lvl="7" algn="ctr">
              <a:spcBef>
                <a:spcPts val="0"/>
              </a:spcBef>
              <a:spcAft>
                <a:spcPts val="0"/>
              </a:spcAft>
              <a:buSzPts val="2000"/>
              <a:buFont typeface="Urbanist Black"/>
              <a:buNone/>
              <a:defRPr sz="2000">
                <a:latin typeface="Urbanist Black"/>
                <a:ea typeface="Urbanist Black"/>
                <a:cs typeface="Urbanist Black"/>
                <a:sym typeface="Urbanist Black"/>
              </a:defRPr>
            </a:lvl8pPr>
            <a:lvl9pPr lvl="8" algn="ctr">
              <a:spcBef>
                <a:spcPts val="0"/>
              </a:spcBef>
              <a:spcAft>
                <a:spcPts val="0"/>
              </a:spcAft>
              <a:buSzPts val="2000"/>
              <a:buFont typeface="Urbanist Black"/>
              <a:buNone/>
              <a:defRPr sz="2000">
                <a:latin typeface="Urbanist Black"/>
                <a:ea typeface="Urbanist Black"/>
                <a:cs typeface="Urbanist Black"/>
                <a:sym typeface="Urbanist Black"/>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ITLE_ONLY_1_2">
    <p:spTree>
      <p:nvGrpSpPr>
        <p:cNvPr id="2520" name="Shape 2520"/>
        <p:cNvGrpSpPr/>
        <p:nvPr/>
      </p:nvGrpSpPr>
      <p:grpSpPr>
        <a:xfrm>
          <a:off x="0" y="0"/>
          <a:ext cx="0" cy="0"/>
          <a:chOff x="0" y="0"/>
          <a:chExt cx="0" cy="0"/>
        </a:xfrm>
      </p:grpSpPr>
      <p:sp>
        <p:nvSpPr>
          <p:cNvPr id="2521" name="Google Shape;2521;p105"/>
          <p:cNvSpPr txBox="1"/>
          <p:nvPr>
            <p:ph type="title"/>
          </p:nvPr>
        </p:nvSpPr>
        <p:spPr>
          <a:xfrm>
            <a:off x="311700" y="1269875"/>
            <a:ext cx="8520600" cy="894600"/>
          </a:xfrm>
          <a:prstGeom prst="rect">
            <a:avLst/>
          </a:prstGeom>
        </p:spPr>
        <p:txBody>
          <a:bodyPr anchorCtr="0" anchor="t" bIns="91425" lIns="91425" spcFirstLastPara="1" rIns="91425" wrap="square" tIns="91425">
            <a:noAutofit/>
          </a:bodyPr>
          <a:lstStyle>
            <a:lvl1pPr lvl="0" algn="ctr">
              <a:lnSpc>
                <a:spcPct val="70000"/>
              </a:lnSpc>
              <a:spcBef>
                <a:spcPts val="0"/>
              </a:spcBef>
              <a:spcAft>
                <a:spcPts val="0"/>
              </a:spcAft>
              <a:buSzPts val="7900"/>
              <a:buNone/>
              <a:defRPr sz="7900"/>
            </a:lvl1pPr>
            <a:lvl2pPr lvl="1" algn="ctr">
              <a:lnSpc>
                <a:spcPct val="70000"/>
              </a:lnSpc>
              <a:spcBef>
                <a:spcPts val="0"/>
              </a:spcBef>
              <a:spcAft>
                <a:spcPts val="0"/>
              </a:spcAft>
              <a:buSzPts val="7900"/>
              <a:buNone/>
              <a:defRPr sz="7900"/>
            </a:lvl2pPr>
            <a:lvl3pPr lvl="2" algn="ctr">
              <a:lnSpc>
                <a:spcPct val="70000"/>
              </a:lnSpc>
              <a:spcBef>
                <a:spcPts val="0"/>
              </a:spcBef>
              <a:spcAft>
                <a:spcPts val="0"/>
              </a:spcAft>
              <a:buSzPts val="7900"/>
              <a:buNone/>
              <a:defRPr sz="7900"/>
            </a:lvl3pPr>
            <a:lvl4pPr lvl="3" algn="ctr">
              <a:lnSpc>
                <a:spcPct val="70000"/>
              </a:lnSpc>
              <a:spcBef>
                <a:spcPts val="0"/>
              </a:spcBef>
              <a:spcAft>
                <a:spcPts val="0"/>
              </a:spcAft>
              <a:buSzPts val="7900"/>
              <a:buNone/>
              <a:defRPr sz="7900"/>
            </a:lvl4pPr>
            <a:lvl5pPr lvl="4" algn="ctr">
              <a:lnSpc>
                <a:spcPct val="70000"/>
              </a:lnSpc>
              <a:spcBef>
                <a:spcPts val="0"/>
              </a:spcBef>
              <a:spcAft>
                <a:spcPts val="0"/>
              </a:spcAft>
              <a:buSzPts val="7900"/>
              <a:buNone/>
              <a:defRPr sz="7900"/>
            </a:lvl5pPr>
            <a:lvl6pPr lvl="5" algn="ctr">
              <a:lnSpc>
                <a:spcPct val="70000"/>
              </a:lnSpc>
              <a:spcBef>
                <a:spcPts val="0"/>
              </a:spcBef>
              <a:spcAft>
                <a:spcPts val="0"/>
              </a:spcAft>
              <a:buSzPts val="7900"/>
              <a:buNone/>
              <a:defRPr sz="7900"/>
            </a:lvl6pPr>
            <a:lvl7pPr lvl="6" algn="ctr">
              <a:lnSpc>
                <a:spcPct val="70000"/>
              </a:lnSpc>
              <a:spcBef>
                <a:spcPts val="0"/>
              </a:spcBef>
              <a:spcAft>
                <a:spcPts val="0"/>
              </a:spcAft>
              <a:buSzPts val="7900"/>
              <a:buNone/>
              <a:defRPr sz="7900"/>
            </a:lvl7pPr>
            <a:lvl8pPr lvl="7" algn="ctr">
              <a:lnSpc>
                <a:spcPct val="70000"/>
              </a:lnSpc>
              <a:spcBef>
                <a:spcPts val="0"/>
              </a:spcBef>
              <a:spcAft>
                <a:spcPts val="0"/>
              </a:spcAft>
              <a:buSzPts val="7900"/>
              <a:buNone/>
              <a:defRPr sz="7900"/>
            </a:lvl8pPr>
            <a:lvl9pPr lvl="8" algn="ctr">
              <a:lnSpc>
                <a:spcPct val="70000"/>
              </a:lnSpc>
              <a:spcBef>
                <a:spcPts val="0"/>
              </a:spcBef>
              <a:spcAft>
                <a:spcPts val="0"/>
              </a:spcAft>
              <a:buSzPts val="7900"/>
              <a:buNone/>
              <a:defRPr sz="7900"/>
            </a:lvl9pPr>
          </a:lstStyle>
          <a:p/>
        </p:txBody>
      </p:sp>
      <p:sp>
        <p:nvSpPr>
          <p:cNvPr id="2522" name="Google Shape;2522;p10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23" name="Google Shape;2523;p105"/>
          <p:cNvSpPr txBox="1"/>
          <p:nvPr>
            <p:ph idx="1" type="body"/>
          </p:nvPr>
        </p:nvSpPr>
        <p:spPr>
          <a:xfrm>
            <a:off x="427525" y="3205025"/>
            <a:ext cx="3961500" cy="1007700"/>
          </a:xfrm>
          <a:prstGeom prst="rect">
            <a:avLst/>
          </a:prstGeom>
        </p:spPr>
        <p:txBody>
          <a:bodyPr anchorCtr="0" anchor="ctr"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04800" lvl="7" marL="3657600" algn="ctr">
              <a:spcBef>
                <a:spcPts val="0"/>
              </a:spcBef>
              <a:spcAft>
                <a:spcPts val="0"/>
              </a:spcAft>
              <a:buSzPts val="1200"/>
              <a:buChar char="○"/>
              <a:defRPr sz="1200"/>
            </a:lvl8pPr>
            <a:lvl9pPr indent="-317500" lvl="8" marL="4114800" algn="ctr">
              <a:spcBef>
                <a:spcPts val="0"/>
              </a:spcBef>
              <a:spcAft>
                <a:spcPts val="0"/>
              </a:spcAft>
              <a:buSzPts val="1400"/>
              <a:buChar char="■"/>
              <a:defRPr sz="1200"/>
            </a:lvl9pPr>
          </a:lstStyle>
          <a:p/>
        </p:txBody>
      </p:sp>
      <p:sp>
        <p:nvSpPr>
          <p:cNvPr id="2524" name="Google Shape;2524;p105"/>
          <p:cNvSpPr txBox="1"/>
          <p:nvPr>
            <p:ph idx="2" type="body"/>
          </p:nvPr>
        </p:nvSpPr>
        <p:spPr>
          <a:xfrm>
            <a:off x="4763463" y="3205025"/>
            <a:ext cx="3961500" cy="1007700"/>
          </a:xfrm>
          <a:prstGeom prst="rect">
            <a:avLst/>
          </a:prstGeom>
        </p:spPr>
        <p:txBody>
          <a:bodyPr anchorCtr="0" anchor="ctr"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04800" lvl="7" marL="3657600" algn="ctr">
              <a:spcBef>
                <a:spcPts val="0"/>
              </a:spcBef>
              <a:spcAft>
                <a:spcPts val="0"/>
              </a:spcAft>
              <a:buSzPts val="1200"/>
              <a:buChar char="○"/>
              <a:defRPr sz="1200"/>
            </a:lvl8pPr>
            <a:lvl9pPr indent="-317500" lvl="8" marL="4114800" algn="ctr">
              <a:spcBef>
                <a:spcPts val="0"/>
              </a:spcBef>
              <a:spcAft>
                <a:spcPts val="0"/>
              </a:spcAft>
              <a:buSzPts val="1400"/>
              <a:buChar char="■"/>
              <a:defRPr sz="1200"/>
            </a:lvl9pPr>
          </a:lstStyle>
          <a:p/>
        </p:txBody>
      </p:sp>
      <p:sp>
        <p:nvSpPr>
          <p:cNvPr id="2525" name="Google Shape;2525;p105"/>
          <p:cNvSpPr txBox="1"/>
          <p:nvPr>
            <p:ph idx="3" type="subTitle"/>
          </p:nvPr>
        </p:nvSpPr>
        <p:spPr>
          <a:xfrm>
            <a:off x="427525" y="2776650"/>
            <a:ext cx="39615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Font typeface="Urbanist Black"/>
              <a:buNone/>
              <a:defRPr sz="2000">
                <a:latin typeface="Urbanist Black"/>
                <a:ea typeface="Urbanist Black"/>
                <a:cs typeface="Urbanist Black"/>
                <a:sym typeface="Urbanist Black"/>
              </a:defRPr>
            </a:lvl1pPr>
            <a:lvl2pPr lvl="1" algn="ctr">
              <a:spcBef>
                <a:spcPts val="0"/>
              </a:spcBef>
              <a:spcAft>
                <a:spcPts val="0"/>
              </a:spcAft>
              <a:buSzPts val="2000"/>
              <a:buFont typeface="Urbanist Black"/>
              <a:buNone/>
              <a:defRPr sz="2000">
                <a:latin typeface="Urbanist Black"/>
                <a:ea typeface="Urbanist Black"/>
                <a:cs typeface="Urbanist Black"/>
                <a:sym typeface="Urbanist Black"/>
              </a:defRPr>
            </a:lvl2pPr>
            <a:lvl3pPr lvl="2" algn="ctr">
              <a:spcBef>
                <a:spcPts val="0"/>
              </a:spcBef>
              <a:spcAft>
                <a:spcPts val="0"/>
              </a:spcAft>
              <a:buSzPts val="2000"/>
              <a:buFont typeface="Urbanist Black"/>
              <a:buNone/>
              <a:defRPr sz="2000">
                <a:latin typeface="Urbanist Black"/>
                <a:ea typeface="Urbanist Black"/>
                <a:cs typeface="Urbanist Black"/>
                <a:sym typeface="Urbanist Black"/>
              </a:defRPr>
            </a:lvl3pPr>
            <a:lvl4pPr lvl="3" algn="ctr">
              <a:spcBef>
                <a:spcPts val="0"/>
              </a:spcBef>
              <a:spcAft>
                <a:spcPts val="0"/>
              </a:spcAft>
              <a:buSzPts val="2000"/>
              <a:buFont typeface="Urbanist Black"/>
              <a:buNone/>
              <a:defRPr sz="2000">
                <a:latin typeface="Urbanist Black"/>
                <a:ea typeface="Urbanist Black"/>
                <a:cs typeface="Urbanist Black"/>
                <a:sym typeface="Urbanist Black"/>
              </a:defRPr>
            </a:lvl4pPr>
            <a:lvl5pPr lvl="4" algn="ctr">
              <a:spcBef>
                <a:spcPts val="0"/>
              </a:spcBef>
              <a:spcAft>
                <a:spcPts val="0"/>
              </a:spcAft>
              <a:buSzPts val="2000"/>
              <a:buFont typeface="Urbanist Black"/>
              <a:buNone/>
              <a:defRPr sz="2000">
                <a:latin typeface="Urbanist Black"/>
                <a:ea typeface="Urbanist Black"/>
                <a:cs typeface="Urbanist Black"/>
                <a:sym typeface="Urbanist Black"/>
              </a:defRPr>
            </a:lvl5pPr>
            <a:lvl6pPr lvl="5" algn="ctr">
              <a:spcBef>
                <a:spcPts val="0"/>
              </a:spcBef>
              <a:spcAft>
                <a:spcPts val="0"/>
              </a:spcAft>
              <a:buSzPts val="2000"/>
              <a:buFont typeface="Urbanist Black"/>
              <a:buNone/>
              <a:defRPr sz="2000">
                <a:latin typeface="Urbanist Black"/>
                <a:ea typeface="Urbanist Black"/>
                <a:cs typeface="Urbanist Black"/>
                <a:sym typeface="Urbanist Black"/>
              </a:defRPr>
            </a:lvl6pPr>
            <a:lvl7pPr lvl="6" algn="ctr">
              <a:spcBef>
                <a:spcPts val="0"/>
              </a:spcBef>
              <a:spcAft>
                <a:spcPts val="0"/>
              </a:spcAft>
              <a:buSzPts val="2000"/>
              <a:buFont typeface="Urbanist Black"/>
              <a:buNone/>
              <a:defRPr sz="2000">
                <a:latin typeface="Urbanist Black"/>
                <a:ea typeface="Urbanist Black"/>
                <a:cs typeface="Urbanist Black"/>
                <a:sym typeface="Urbanist Black"/>
              </a:defRPr>
            </a:lvl7pPr>
            <a:lvl8pPr lvl="7" algn="ctr">
              <a:spcBef>
                <a:spcPts val="0"/>
              </a:spcBef>
              <a:spcAft>
                <a:spcPts val="0"/>
              </a:spcAft>
              <a:buSzPts val="2000"/>
              <a:buFont typeface="Urbanist Black"/>
              <a:buNone/>
              <a:defRPr sz="2000">
                <a:latin typeface="Urbanist Black"/>
                <a:ea typeface="Urbanist Black"/>
                <a:cs typeface="Urbanist Black"/>
                <a:sym typeface="Urbanist Black"/>
              </a:defRPr>
            </a:lvl8pPr>
            <a:lvl9pPr lvl="8" algn="ctr">
              <a:spcBef>
                <a:spcPts val="0"/>
              </a:spcBef>
              <a:spcAft>
                <a:spcPts val="0"/>
              </a:spcAft>
              <a:buSzPts val="2000"/>
              <a:buFont typeface="Urbanist Black"/>
              <a:buNone/>
              <a:defRPr sz="2000">
                <a:latin typeface="Urbanist Black"/>
                <a:ea typeface="Urbanist Black"/>
                <a:cs typeface="Urbanist Black"/>
                <a:sym typeface="Urbanist Black"/>
              </a:defRPr>
            </a:lvl9pPr>
          </a:lstStyle>
          <a:p/>
        </p:txBody>
      </p:sp>
      <p:sp>
        <p:nvSpPr>
          <p:cNvPr id="2526" name="Google Shape;2526;p105"/>
          <p:cNvSpPr txBox="1"/>
          <p:nvPr>
            <p:ph idx="4" type="subTitle"/>
          </p:nvPr>
        </p:nvSpPr>
        <p:spPr>
          <a:xfrm>
            <a:off x="4763082" y="2776650"/>
            <a:ext cx="39615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Font typeface="Urbanist Black"/>
              <a:buNone/>
              <a:defRPr sz="2000">
                <a:latin typeface="Urbanist Black"/>
                <a:ea typeface="Urbanist Black"/>
                <a:cs typeface="Urbanist Black"/>
                <a:sym typeface="Urbanist Black"/>
              </a:defRPr>
            </a:lvl1pPr>
            <a:lvl2pPr lvl="1" algn="ctr">
              <a:spcBef>
                <a:spcPts val="0"/>
              </a:spcBef>
              <a:spcAft>
                <a:spcPts val="0"/>
              </a:spcAft>
              <a:buSzPts val="2000"/>
              <a:buFont typeface="Urbanist Black"/>
              <a:buNone/>
              <a:defRPr sz="2000">
                <a:latin typeface="Urbanist Black"/>
                <a:ea typeface="Urbanist Black"/>
                <a:cs typeface="Urbanist Black"/>
                <a:sym typeface="Urbanist Black"/>
              </a:defRPr>
            </a:lvl2pPr>
            <a:lvl3pPr lvl="2" algn="ctr">
              <a:spcBef>
                <a:spcPts val="0"/>
              </a:spcBef>
              <a:spcAft>
                <a:spcPts val="0"/>
              </a:spcAft>
              <a:buSzPts val="2000"/>
              <a:buFont typeface="Urbanist Black"/>
              <a:buNone/>
              <a:defRPr sz="2000">
                <a:latin typeface="Urbanist Black"/>
                <a:ea typeface="Urbanist Black"/>
                <a:cs typeface="Urbanist Black"/>
                <a:sym typeface="Urbanist Black"/>
              </a:defRPr>
            </a:lvl3pPr>
            <a:lvl4pPr lvl="3" algn="ctr">
              <a:spcBef>
                <a:spcPts val="0"/>
              </a:spcBef>
              <a:spcAft>
                <a:spcPts val="0"/>
              </a:spcAft>
              <a:buSzPts val="2000"/>
              <a:buFont typeface="Urbanist Black"/>
              <a:buNone/>
              <a:defRPr sz="2000">
                <a:latin typeface="Urbanist Black"/>
                <a:ea typeface="Urbanist Black"/>
                <a:cs typeface="Urbanist Black"/>
                <a:sym typeface="Urbanist Black"/>
              </a:defRPr>
            </a:lvl4pPr>
            <a:lvl5pPr lvl="4" algn="ctr">
              <a:spcBef>
                <a:spcPts val="0"/>
              </a:spcBef>
              <a:spcAft>
                <a:spcPts val="0"/>
              </a:spcAft>
              <a:buSzPts val="2000"/>
              <a:buFont typeface="Urbanist Black"/>
              <a:buNone/>
              <a:defRPr sz="2000">
                <a:latin typeface="Urbanist Black"/>
                <a:ea typeface="Urbanist Black"/>
                <a:cs typeface="Urbanist Black"/>
                <a:sym typeface="Urbanist Black"/>
              </a:defRPr>
            </a:lvl5pPr>
            <a:lvl6pPr lvl="5" algn="ctr">
              <a:spcBef>
                <a:spcPts val="0"/>
              </a:spcBef>
              <a:spcAft>
                <a:spcPts val="0"/>
              </a:spcAft>
              <a:buSzPts val="2000"/>
              <a:buFont typeface="Urbanist Black"/>
              <a:buNone/>
              <a:defRPr sz="2000">
                <a:latin typeface="Urbanist Black"/>
                <a:ea typeface="Urbanist Black"/>
                <a:cs typeface="Urbanist Black"/>
                <a:sym typeface="Urbanist Black"/>
              </a:defRPr>
            </a:lvl6pPr>
            <a:lvl7pPr lvl="6" algn="ctr">
              <a:spcBef>
                <a:spcPts val="0"/>
              </a:spcBef>
              <a:spcAft>
                <a:spcPts val="0"/>
              </a:spcAft>
              <a:buSzPts val="2000"/>
              <a:buFont typeface="Urbanist Black"/>
              <a:buNone/>
              <a:defRPr sz="2000">
                <a:latin typeface="Urbanist Black"/>
                <a:ea typeface="Urbanist Black"/>
                <a:cs typeface="Urbanist Black"/>
                <a:sym typeface="Urbanist Black"/>
              </a:defRPr>
            </a:lvl7pPr>
            <a:lvl8pPr lvl="7" algn="ctr">
              <a:spcBef>
                <a:spcPts val="0"/>
              </a:spcBef>
              <a:spcAft>
                <a:spcPts val="0"/>
              </a:spcAft>
              <a:buSzPts val="2000"/>
              <a:buFont typeface="Urbanist Black"/>
              <a:buNone/>
              <a:defRPr sz="2000">
                <a:latin typeface="Urbanist Black"/>
                <a:ea typeface="Urbanist Black"/>
                <a:cs typeface="Urbanist Black"/>
                <a:sym typeface="Urbanist Black"/>
              </a:defRPr>
            </a:lvl8pPr>
            <a:lvl9pPr lvl="8" algn="ctr">
              <a:spcBef>
                <a:spcPts val="0"/>
              </a:spcBef>
              <a:spcAft>
                <a:spcPts val="0"/>
              </a:spcAft>
              <a:buSzPts val="2000"/>
              <a:buFont typeface="Urbanist Black"/>
              <a:buNone/>
              <a:defRPr sz="2000">
                <a:latin typeface="Urbanist Black"/>
                <a:ea typeface="Urbanist Black"/>
                <a:cs typeface="Urbanist Black"/>
                <a:sym typeface="Urbanist Black"/>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TITLE_ONLY_1_1">
    <p:spTree>
      <p:nvGrpSpPr>
        <p:cNvPr id="2527" name="Shape 2527"/>
        <p:cNvGrpSpPr/>
        <p:nvPr/>
      </p:nvGrpSpPr>
      <p:grpSpPr>
        <a:xfrm>
          <a:off x="0" y="0"/>
          <a:ext cx="0" cy="0"/>
          <a:chOff x="0" y="0"/>
          <a:chExt cx="0" cy="0"/>
        </a:xfrm>
      </p:grpSpPr>
      <p:sp>
        <p:nvSpPr>
          <p:cNvPr id="2528" name="Google Shape;2528;p106"/>
          <p:cNvSpPr txBox="1"/>
          <p:nvPr>
            <p:ph type="title"/>
          </p:nvPr>
        </p:nvSpPr>
        <p:spPr>
          <a:xfrm>
            <a:off x="1765300" y="317375"/>
            <a:ext cx="5626200" cy="894600"/>
          </a:xfrm>
          <a:prstGeom prst="rect">
            <a:avLst/>
          </a:prstGeom>
        </p:spPr>
        <p:txBody>
          <a:bodyPr anchorCtr="0" anchor="t" bIns="91425" lIns="91425" spcFirstLastPara="1" rIns="91425" wrap="square" tIns="91425">
            <a:noAutofit/>
          </a:bodyPr>
          <a:lstStyle>
            <a:lvl1pPr lvl="0" algn="ctr">
              <a:lnSpc>
                <a:spcPct val="70000"/>
              </a:lnSpc>
              <a:spcBef>
                <a:spcPts val="0"/>
              </a:spcBef>
              <a:spcAft>
                <a:spcPts val="0"/>
              </a:spcAft>
              <a:buSzPts val="7900"/>
              <a:buNone/>
              <a:defRPr sz="7900"/>
            </a:lvl1pPr>
            <a:lvl2pPr lvl="1" algn="ctr">
              <a:lnSpc>
                <a:spcPct val="70000"/>
              </a:lnSpc>
              <a:spcBef>
                <a:spcPts val="0"/>
              </a:spcBef>
              <a:spcAft>
                <a:spcPts val="0"/>
              </a:spcAft>
              <a:buSzPts val="7900"/>
              <a:buNone/>
              <a:defRPr sz="7900"/>
            </a:lvl2pPr>
            <a:lvl3pPr lvl="2" algn="ctr">
              <a:lnSpc>
                <a:spcPct val="70000"/>
              </a:lnSpc>
              <a:spcBef>
                <a:spcPts val="0"/>
              </a:spcBef>
              <a:spcAft>
                <a:spcPts val="0"/>
              </a:spcAft>
              <a:buSzPts val="7900"/>
              <a:buNone/>
              <a:defRPr sz="7900"/>
            </a:lvl3pPr>
            <a:lvl4pPr lvl="3" algn="ctr">
              <a:lnSpc>
                <a:spcPct val="70000"/>
              </a:lnSpc>
              <a:spcBef>
                <a:spcPts val="0"/>
              </a:spcBef>
              <a:spcAft>
                <a:spcPts val="0"/>
              </a:spcAft>
              <a:buSzPts val="7900"/>
              <a:buNone/>
              <a:defRPr sz="7900"/>
            </a:lvl4pPr>
            <a:lvl5pPr lvl="4" algn="ctr">
              <a:lnSpc>
                <a:spcPct val="70000"/>
              </a:lnSpc>
              <a:spcBef>
                <a:spcPts val="0"/>
              </a:spcBef>
              <a:spcAft>
                <a:spcPts val="0"/>
              </a:spcAft>
              <a:buSzPts val="7900"/>
              <a:buNone/>
              <a:defRPr sz="7900"/>
            </a:lvl5pPr>
            <a:lvl6pPr lvl="5" algn="ctr">
              <a:lnSpc>
                <a:spcPct val="70000"/>
              </a:lnSpc>
              <a:spcBef>
                <a:spcPts val="0"/>
              </a:spcBef>
              <a:spcAft>
                <a:spcPts val="0"/>
              </a:spcAft>
              <a:buSzPts val="7900"/>
              <a:buNone/>
              <a:defRPr sz="7900"/>
            </a:lvl6pPr>
            <a:lvl7pPr lvl="6" algn="ctr">
              <a:lnSpc>
                <a:spcPct val="70000"/>
              </a:lnSpc>
              <a:spcBef>
                <a:spcPts val="0"/>
              </a:spcBef>
              <a:spcAft>
                <a:spcPts val="0"/>
              </a:spcAft>
              <a:buSzPts val="7900"/>
              <a:buNone/>
              <a:defRPr sz="7900"/>
            </a:lvl7pPr>
            <a:lvl8pPr lvl="7" algn="ctr">
              <a:lnSpc>
                <a:spcPct val="70000"/>
              </a:lnSpc>
              <a:spcBef>
                <a:spcPts val="0"/>
              </a:spcBef>
              <a:spcAft>
                <a:spcPts val="0"/>
              </a:spcAft>
              <a:buSzPts val="7900"/>
              <a:buNone/>
              <a:defRPr sz="7900"/>
            </a:lvl8pPr>
            <a:lvl9pPr lvl="8" algn="ctr">
              <a:lnSpc>
                <a:spcPct val="70000"/>
              </a:lnSpc>
              <a:spcBef>
                <a:spcPts val="0"/>
              </a:spcBef>
              <a:spcAft>
                <a:spcPts val="0"/>
              </a:spcAft>
              <a:buSzPts val="7900"/>
              <a:buNone/>
              <a:defRPr sz="7900"/>
            </a:lvl9pPr>
          </a:lstStyle>
          <a:p/>
        </p:txBody>
      </p:sp>
      <p:sp>
        <p:nvSpPr>
          <p:cNvPr id="2529" name="Google Shape;2529;p10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30" name="Google Shape;2530;p106"/>
          <p:cNvSpPr txBox="1"/>
          <p:nvPr>
            <p:ph idx="1" type="body"/>
          </p:nvPr>
        </p:nvSpPr>
        <p:spPr>
          <a:xfrm>
            <a:off x="505885" y="2252525"/>
            <a:ext cx="3882600" cy="1007700"/>
          </a:xfrm>
          <a:prstGeom prst="rect">
            <a:avLst/>
          </a:prstGeom>
        </p:spPr>
        <p:txBody>
          <a:bodyPr anchorCtr="0" anchor="ctr"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04800" lvl="7" marL="3657600" algn="ctr">
              <a:spcBef>
                <a:spcPts val="0"/>
              </a:spcBef>
              <a:spcAft>
                <a:spcPts val="0"/>
              </a:spcAft>
              <a:buSzPts val="1200"/>
              <a:buChar char="○"/>
              <a:defRPr sz="1200"/>
            </a:lvl8pPr>
            <a:lvl9pPr indent="-317500" lvl="8" marL="4114800" algn="ctr">
              <a:spcBef>
                <a:spcPts val="0"/>
              </a:spcBef>
              <a:spcAft>
                <a:spcPts val="0"/>
              </a:spcAft>
              <a:buSzPts val="1400"/>
              <a:buChar char="■"/>
              <a:defRPr sz="1200"/>
            </a:lvl9pPr>
          </a:lstStyle>
          <a:p/>
        </p:txBody>
      </p:sp>
      <p:sp>
        <p:nvSpPr>
          <p:cNvPr id="2531" name="Google Shape;2531;p106"/>
          <p:cNvSpPr txBox="1"/>
          <p:nvPr>
            <p:ph idx="2" type="body"/>
          </p:nvPr>
        </p:nvSpPr>
        <p:spPr>
          <a:xfrm>
            <a:off x="4755515" y="2252525"/>
            <a:ext cx="3882600" cy="1007700"/>
          </a:xfrm>
          <a:prstGeom prst="rect">
            <a:avLst/>
          </a:prstGeom>
        </p:spPr>
        <p:txBody>
          <a:bodyPr anchorCtr="0" anchor="ctr"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04800" lvl="7" marL="3657600" algn="ctr">
              <a:spcBef>
                <a:spcPts val="0"/>
              </a:spcBef>
              <a:spcAft>
                <a:spcPts val="0"/>
              </a:spcAft>
              <a:buSzPts val="1200"/>
              <a:buChar char="○"/>
              <a:defRPr sz="1200"/>
            </a:lvl8pPr>
            <a:lvl9pPr indent="-317500" lvl="8" marL="4114800" algn="ctr">
              <a:spcBef>
                <a:spcPts val="0"/>
              </a:spcBef>
              <a:spcAft>
                <a:spcPts val="0"/>
              </a:spcAft>
              <a:buSzPts val="1400"/>
              <a:buChar char="■"/>
              <a:defRPr sz="1200"/>
            </a:lvl9pPr>
          </a:lstStyle>
          <a:p/>
        </p:txBody>
      </p:sp>
      <p:sp>
        <p:nvSpPr>
          <p:cNvPr id="2532" name="Google Shape;2532;p106"/>
          <p:cNvSpPr txBox="1"/>
          <p:nvPr>
            <p:ph idx="3" type="subTitle"/>
          </p:nvPr>
        </p:nvSpPr>
        <p:spPr>
          <a:xfrm>
            <a:off x="505885" y="1824150"/>
            <a:ext cx="38826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Font typeface="Urbanist Black"/>
              <a:buNone/>
              <a:defRPr sz="2000">
                <a:latin typeface="Urbanist Black"/>
                <a:ea typeface="Urbanist Black"/>
                <a:cs typeface="Urbanist Black"/>
                <a:sym typeface="Urbanist Black"/>
              </a:defRPr>
            </a:lvl1pPr>
            <a:lvl2pPr lvl="1" algn="ctr">
              <a:spcBef>
                <a:spcPts val="0"/>
              </a:spcBef>
              <a:spcAft>
                <a:spcPts val="0"/>
              </a:spcAft>
              <a:buSzPts val="2000"/>
              <a:buFont typeface="Urbanist Black"/>
              <a:buNone/>
              <a:defRPr sz="2000">
                <a:latin typeface="Urbanist Black"/>
                <a:ea typeface="Urbanist Black"/>
                <a:cs typeface="Urbanist Black"/>
                <a:sym typeface="Urbanist Black"/>
              </a:defRPr>
            </a:lvl2pPr>
            <a:lvl3pPr lvl="2" algn="ctr">
              <a:spcBef>
                <a:spcPts val="0"/>
              </a:spcBef>
              <a:spcAft>
                <a:spcPts val="0"/>
              </a:spcAft>
              <a:buSzPts val="2000"/>
              <a:buFont typeface="Urbanist Black"/>
              <a:buNone/>
              <a:defRPr sz="2000">
                <a:latin typeface="Urbanist Black"/>
                <a:ea typeface="Urbanist Black"/>
                <a:cs typeface="Urbanist Black"/>
                <a:sym typeface="Urbanist Black"/>
              </a:defRPr>
            </a:lvl3pPr>
            <a:lvl4pPr lvl="3" algn="ctr">
              <a:spcBef>
                <a:spcPts val="0"/>
              </a:spcBef>
              <a:spcAft>
                <a:spcPts val="0"/>
              </a:spcAft>
              <a:buSzPts val="2000"/>
              <a:buFont typeface="Urbanist Black"/>
              <a:buNone/>
              <a:defRPr sz="2000">
                <a:latin typeface="Urbanist Black"/>
                <a:ea typeface="Urbanist Black"/>
                <a:cs typeface="Urbanist Black"/>
                <a:sym typeface="Urbanist Black"/>
              </a:defRPr>
            </a:lvl4pPr>
            <a:lvl5pPr lvl="4" algn="ctr">
              <a:spcBef>
                <a:spcPts val="0"/>
              </a:spcBef>
              <a:spcAft>
                <a:spcPts val="0"/>
              </a:spcAft>
              <a:buSzPts val="2000"/>
              <a:buFont typeface="Urbanist Black"/>
              <a:buNone/>
              <a:defRPr sz="2000">
                <a:latin typeface="Urbanist Black"/>
                <a:ea typeface="Urbanist Black"/>
                <a:cs typeface="Urbanist Black"/>
                <a:sym typeface="Urbanist Black"/>
              </a:defRPr>
            </a:lvl5pPr>
            <a:lvl6pPr lvl="5" algn="ctr">
              <a:spcBef>
                <a:spcPts val="0"/>
              </a:spcBef>
              <a:spcAft>
                <a:spcPts val="0"/>
              </a:spcAft>
              <a:buSzPts val="2000"/>
              <a:buFont typeface="Urbanist Black"/>
              <a:buNone/>
              <a:defRPr sz="2000">
                <a:latin typeface="Urbanist Black"/>
                <a:ea typeface="Urbanist Black"/>
                <a:cs typeface="Urbanist Black"/>
                <a:sym typeface="Urbanist Black"/>
              </a:defRPr>
            </a:lvl6pPr>
            <a:lvl7pPr lvl="6" algn="ctr">
              <a:spcBef>
                <a:spcPts val="0"/>
              </a:spcBef>
              <a:spcAft>
                <a:spcPts val="0"/>
              </a:spcAft>
              <a:buSzPts val="2000"/>
              <a:buFont typeface="Urbanist Black"/>
              <a:buNone/>
              <a:defRPr sz="2000">
                <a:latin typeface="Urbanist Black"/>
                <a:ea typeface="Urbanist Black"/>
                <a:cs typeface="Urbanist Black"/>
                <a:sym typeface="Urbanist Black"/>
              </a:defRPr>
            </a:lvl7pPr>
            <a:lvl8pPr lvl="7" algn="ctr">
              <a:spcBef>
                <a:spcPts val="0"/>
              </a:spcBef>
              <a:spcAft>
                <a:spcPts val="0"/>
              </a:spcAft>
              <a:buSzPts val="2000"/>
              <a:buFont typeface="Urbanist Black"/>
              <a:buNone/>
              <a:defRPr sz="2000">
                <a:latin typeface="Urbanist Black"/>
                <a:ea typeface="Urbanist Black"/>
                <a:cs typeface="Urbanist Black"/>
                <a:sym typeface="Urbanist Black"/>
              </a:defRPr>
            </a:lvl8pPr>
            <a:lvl9pPr lvl="8" algn="ctr">
              <a:spcBef>
                <a:spcPts val="0"/>
              </a:spcBef>
              <a:spcAft>
                <a:spcPts val="0"/>
              </a:spcAft>
              <a:buSzPts val="2000"/>
              <a:buFont typeface="Urbanist Black"/>
              <a:buNone/>
              <a:defRPr sz="2000">
                <a:latin typeface="Urbanist Black"/>
                <a:ea typeface="Urbanist Black"/>
                <a:cs typeface="Urbanist Black"/>
                <a:sym typeface="Urbanist Black"/>
              </a:defRPr>
            </a:lvl9pPr>
          </a:lstStyle>
          <a:p/>
        </p:txBody>
      </p:sp>
      <p:sp>
        <p:nvSpPr>
          <p:cNvPr id="2533" name="Google Shape;2533;p106"/>
          <p:cNvSpPr txBox="1"/>
          <p:nvPr>
            <p:ph idx="4" type="subTitle"/>
          </p:nvPr>
        </p:nvSpPr>
        <p:spPr>
          <a:xfrm>
            <a:off x="4755142" y="1824150"/>
            <a:ext cx="38826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Font typeface="Urbanist Black"/>
              <a:buNone/>
              <a:defRPr sz="2000">
                <a:latin typeface="Urbanist Black"/>
                <a:ea typeface="Urbanist Black"/>
                <a:cs typeface="Urbanist Black"/>
                <a:sym typeface="Urbanist Black"/>
              </a:defRPr>
            </a:lvl1pPr>
            <a:lvl2pPr lvl="1" algn="ctr">
              <a:spcBef>
                <a:spcPts val="0"/>
              </a:spcBef>
              <a:spcAft>
                <a:spcPts val="0"/>
              </a:spcAft>
              <a:buSzPts val="2000"/>
              <a:buFont typeface="Urbanist Black"/>
              <a:buNone/>
              <a:defRPr sz="2000">
                <a:latin typeface="Urbanist Black"/>
                <a:ea typeface="Urbanist Black"/>
                <a:cs typeface="Urbanist Black"/>
                <a:sym typeface="Urbanist Black"/>
              </a:defRPr>
            </a:lvl2pPr>
            <a:lvl3pPr lvl="2" algn="ctr">
              <a:spcBef>
                <a:spcPts val="0"/>
              </a:spcBef>
              <a:spcAft>
                <a:spcPts val="0"/>
              </a:spcAft>
              <a:buSzPts val="2000"/>
              <a:buFont typeface="Urbanist Black"/>
              <a:buNone/>
              <a:defRPr sz="2000">
                <a:latin typeface="Urbanist Black"/>
                <a:ea typeface="Urbanist Black"/>
                <a:cs typeface="Urbanist Black"/>
                <a:sym typeface="Urbanist Black"/>
              </a:defRPr>
            </a:lvl3pPr>
            <a:lvl4pPr lvl="3" algn="ctr">
              <a:spcBef>
                <a:spcPts val="0"/>
              </a:spcBef>
              <a:spcAft>
                <a:spcPts val="0"/>
              </a:spcAft>
              <a:buSzPts val="2000"/>
              <a:buFont typeface="Urbanist Black"/>
              <a:buNone/>
              <a:defRPr sz="2000">
                <a:latin typeface="Urbanist Black"/>
                <a:ea typeface="Urbanist Black"/>
                <a:cs typeface="Urbanist Black"/>
                <a:sym typeface="Urbanist Black"/>
              </a:defRPr>
            </a:lvl4pPr>
            <a:lvl5pPr lvl="4" algn="ctr">
              <a:spcBef>
                <a:spcPts val="0"/>
              </a:spcBef>
              <a:spcAft>
                <a:spcPts val="0"/>
              </a:spcAft>
              <a:buSzPts val="2000"/>
              <a:buFont typeface="Urbanist Black"/>
              <a:buNone/>
              <a:defRPr sz="2000">
                <a:latin typeface="Urbanist Black"/>
                <a:ea typeface="Urbanist Black"/>
                <a:cs typeface="Urbanist Black"/>
                <a:sym typeface="Urbanist Black"/>
              </a:defRPr>
            </a:lvl5pPr>
            <a:lvl6pPr lvl="5" algn="ctr">
              <a:spcBef>
                <a:spcPts val="0"/>
              </a:spcBef>
              <a:spcAft>
                <a:spcPts val="0"/>
              </a:spcAft>
              <a:buSzPts val="2000"/>
              <a:buFont typeface="Urbanist Black"/>
              <a:buNone/>
              <a:defRPr sz="2000">
                <a:latin typeface="Urbanist Black"/>
                <a:ea typeface="Urbanist Black"/>
                <a:cs typeface="Urbanist Black"/>
                <a:sym typeface="Urbanist Black"/>
              </a:defRPr>
            </a:lvl6pPr>
            <a:lvl7pPr lvl="6" algn="ctr">
              <a:spcBef>
                <a:spcPts val="0"/>
              </a:spcBef>
              <a:spcAft>
                <a:spcPts val="0"/>
              </a:spcAft>
              <a:buSzPts val="2000"/>
              <a:buFont typeface="Urbanist Black"/>
              <a:buNone/>
              <a:defRPr sz="2000">
                <a:latin typeface="Urbanist Black"/>
                <a:ea typeface="Urbanist Black"/>
                <a:cs typeface="Urbanist Black"/>
                <a:sym typeface="Urbanist Black"/>
              </a:defRPr>
            </a:lvl7pPr>
            <a:lvl8pPr lvl="7" algn="ctr">
              <a:spcBef>
                <a:spcPts val="0"/>
              </a:spcBef>
              <a:spcAft>
                <a:spcPts val="0"/>
              </a:spcAft>
              <a:buSzPts val="2000"/>
              <a:buFont typeface="Urbanist Black"/>
              <a:buNone/>
              <a:defRPr sz="2000">
                <a:latin typeface="Urbanist Black"/>
                <a:ea typeface="Urbanist Black"/>
                <a:cs typeface="Urbanist Black"/>
                <a:sym typeface="Urbanist Black"/>
              </a:defRPr>
            </a:lvl8pPr>
            <a:lvl9pPr lvl="8" algn="ctr">
              <a:spcBef>
                <a:spcPts val="0"/>
              </a:spcBef>
              <a:spcAft>
                <a:spcPts val="0"/>
              </a:spcAft>
              <a:buSzPts val="2000"/>
              <a:buFont typeface="Urbanist Black"/>
              <a:buNone/>
              <a:defRPr sz="2000">
                <a:latin typeface="Urbanist Black"/>
                <a:ea typeface="Urbanist Black"/>
                <a:cs typeface="Urbanist Black"/>
                <a:sym typeface="Urbanist Black"/>
              </a:defRPr>
            </a:lvl9pPr>
          </a:lstStyle>
          <a:p/>
        </p:txBody>
      </p:sp>
      <p:sp>
        <p:nvSpPr>
          <p:cNvPr id="2534" name="Google Shape;2534;p106"/>
          <p:cNvSpPr txBox="1"/>
          <p:nvPr>
            <p:ph idx="5" type="body"/>
          </p:nvPr>
        </p:nvSpPr>
        <p:spPr>
          <a:xfrm>
            <a:off x="505885" y="3865425"/>
            <a:ext cx="3882600" cy="1007700"/>
          </a:xfrm>
          <a:prstGeom prst="rect">
            <a:avLst/>
          </a:prstGeom>
        </p:spPr>
        <p:txBody>
          <a:bodyPr anchorCtr="0" anchor="ctr"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04800" lvl="7" marL="3657600" algn="ctr">
              <a:spcBef>
                <a:spcPts val="0"/>
              </a:spcBef>
              <a:spcAft>
                <a:spcPts val="0"/>
              </a:spcAft>
              <a:buSzPts val="1200"/>
              <a:buChar char="○"/>
              <a:defRPr sz="1200"/>
            </a:lvl8pPr>
            <a:lvl9pPr indent="-317500" lvl="8" marL="4114800" algn="ctr">
              <a:spcBef>
                <a:spcPts val="0"/>
              </a:spcBef>
              <a:spcAft>
                <a:spcPts val="0"/>
              </a:spcAft>
              <a:buSzPts val="1400"/>
              <a:buChar char="■"/>
              <a:defRPr sz="1200"/>
            </a:lvl9pPr>
          </a:lstStyle>
          <a:p/>
        </p:txBody>
      </p:sp>
      <p:sp>
        <p:nvSpPr>
          <p:cNvPr id="2535" name="Google Shape;2535;p106"/>
          <p:cNvSpPr txBox="1"/>
          <p:nvPr>
            <p:ph idx="6" type="body"/>
          </p:nvPr>
        </p:nvSpPr>
        <p:spPr>
          <a:xfrm>
            <a:off x="4755515" y="3865425"/>
            <a:ext cx="3882600" cy="1007700"/>
          </a:xfrm>
          <a:prstGeom prst="rect">
            <a:avLst/>
          </a:prstGeom>
        </p:spPr>
        <p:txBody>
          <a:bodyPr anchorCtr="0" anchor="ctr"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04800" lvl="7" marL="3657600" algn="ctr">
              <a:spcBef>
                <a:spcPts val="0"/>
              </a:spcBef>
              <a:spcAft>
                <a:spcPts val="0"/>
              </a:spcAft>
              <a:buSzPts val="1200"/>
              <a:buChar char="○"/>
              <a:defRPr sz="1200"/>
            </a:lvl8pPr>
            <a:lvl9pPr indent="-317500" lvl="8" marL="4114800" algn="ctr">
              <a:spcBef>
                <a:spcPts val="0"/>
              </a:spcBef>
              <a:spcAft>
                <a:spcPts val="0"/>
              </a:spcAft>
              <a:buSzPts val="1400"/>
              <a:buChar char="■"/>
              <a:defRPr sz="1200"/>
            </a:lvl9pPr>
          </a:lstStyle>
          <a:p/>
        </p:txBody>
      </p:sp>
      <p:sp>
        <p:nvSpPr>
          <p:cNvPr id="2536" name="Google Shape;2536;p106"/>
          <p:cNvSpPr txBox="1"/>
          <p:nvPr>
            <p:ph idx="7" type="subTitle"/>
          </p:nvPr>
        </p:nvSpPr>
        <p:spPr>
          <a:xfrm>
            <a:off x="505885" y="3437050"/>
            <a:ext cx="38826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Font typeface="Urbanist Black"/>
              <a:buNone/>
              <a:defRPr sz="2000">
                <a:latin typeface="Urbanist Black"/>
                <a:ea typeface="Urbanist Black"/>
                <a:cs typeface="Urbanist Black"/>
                <a:sym typeface="Urbanist Black"/>
              </a:defRPr>
            </a:lvl1pPr>
            <a:lvl2pPr lvl="1" algn="ctr">
              <a:spcBef>
                <a:spcPts val="0"/>
              </a:spcBef>
              <a:spcAft>
                <a:spcPts val="0"/>
              </a:spcAft>
              <a:buSzPts val="2000"/>
              <a:buFont typeface="Urbanist Black"/>
              <a:buNone/>
              <a:defRPr sz="2000">
                <a:latin typeface="Urbanist Black"/>
                <a:ea typeface="Urbanist Black"/>
                <a:cs typeface="Urbanist Black"/>
                <a:sym typeface="Urbanist Black"/>
              </a:defRPr>
            </a:lvl2pPr>
            <a:lvl3pPr lvl="2" algn="ctr">
              <a:spcBef>
                <a:spcPts val="0"/>
              </a:spcBef>
              <a:spcAft>
                <a:spcPts val="0"/>
              </a:spcAft>
              <a:buSzPts val="2000"/>
              <a:buFont typeface="Urbanist Black"/>
              <a:buNone/>
              <a:defRPr sz="2000">
                <a:latin typeface="Urbanist Black"/>
                <a:ea typeface="Urbanist Black"/>
                <a:cs typeface="Urbanist Black"/>
                <a:sym typeface="Urbanist Black"/>
              </a:defRPr>
            </a:lvl3pPr>
            <a:lvl4pPr lvl="3" algn="ctr">
              <a:spcBef>
                <a:spcPts val="0"/>
              </a:spcBef>
              <a:spcAft>
                <a:spcPts val="0"/>
              </a:spcAft>
              <a:buSzPts val="2000"/>
              <a:buFont typeface="Urbanist Black"/>
              <a:buNone/>
              <a:defRPr sz="2000">
                <a:latin typeface="Urbanist Black"/>
                <a:ea typeface="Urbanist Black"/>
                <a:cs typeface="Urbanist Black"/>
                <a:sym typeface="Urbanist Black"/>
              </a:defRPr>
            </a:lvl4pPr>
            <a:lvl5pPr lvl="4" algn="ctr">
              <a:spcBef>
                <a:spcPts val="0"/>
              </a:spcBef>
              <a:spcAft>
                <a:spcPts val="0"/>
              </a:spcAft>
              <a:buSzPts val="2000"/>
              <a:buFont typeface="Urbanist Black"/>
              <a:buNone/>
              <a:defRPr sz="2000">
                <a:latin typeface="Urbanist Black"/>
                <a:ea typeface="Urbanist Black"/>
                <a:cs typeface="Urbanist Black"/>
                <a:sym typeface="Urbanist Black"/>
              </a:defRPr>
            </a:lvl5pPr>
            <a:lvl6pPr lvl="5" algn="ctr">
              <a:spcBef>
                <a:spcPts val="0"/>
              </a:spcBef>
              <a:spcAft>
                <a:spcPts val="0"/>
              </a:spcAft>
              <a:buSzPts val="2000"/>
              <a:buFont typeface="Urbanist Black"/>
              <a:buNone/>
              <a:defRPr sz="2000">
                <a:latin typeface="Urbanist Black"/>
                <a:ea typeface="Urbanist Black"/>
                <a:cs typeface="Urbanist Black"/>
                <a:sym typeface="Urbanist Black"/>
              </a:defRPr>
            </a:lvl6pPr>
            <a:lvl7pPr lvl="6" algn="ctr">
              <a:spcBef>
                <a:spcPts val="0"/>
              </a:spcBef>
              <a:spcAft>
                <a:spcPts val="0"/>
              </a:spcAft>
              <a:buSzPts val="2000"/>
              <a:buFont typeface="Urbanist Black"/>
              <a:buNone/>
              <a:defRPr sz="2000">
                <a:latin typeface="Urbanist Black"/>
                <a:ea typeface="Urbanist Black"/>
                <a:cs typeface="Urbanist Black"/>
                <a:sym typeface="Urbanist Black"/>
              </a:defRPr>
            </a:lvl7pPr>
            <a:lvl8pPr lvl="7" algn="ctr">
              <a:spcBef>
                <a:spcPts val="0"/>
              </a:spcBef>
              <a:spcAft>
                <a:spcPts val="0"/>
              </a:spcAft>
              <a:buSzPts val="2000"/>
              <a:buFont typeface="Urbanist Black"/>
              <a:buNone/>
              <a:defRPr sz="2000">
                <a:latin typeface="Urbanist Black"/>
                <a:ea typeface="Urbanist Black"/>
                <a:cs typeface="Urbanist Black"/>
                <a:sym typeface="Urbanist Black"/>
              </a:defRPr>
            </a:lvl8pPr>
            <a:lvl9pPr lvl="8" algn="ctr">
              <a:spcBef>
                <a:spcPts val="0"/>
              </a:spcBef>
              <a:spcAft>
                <a:spcPts val="0"/>
              </a:spcAft>
              <a:buSzPts val="2000"/>
              <a:buFont typeface="Urbanist Black"/>
              <a:buNone/>
              <a:defRPr sz="2000">
                <a:latin typeface="Urbanist Black"/>
                <a:ea typeface="Urbanist Black"/>
                <a:cs typeface="Urbanist Black"/>
                <a:sym typeface="Urbanist Black"/>
              </a:defRPr>
            </a:lvl9pPr>
          </a:lstStyle>
          <a:p/>
        </p:txBody>
      </p:sp>
      <p:sp>
        <p:nvSpPr>
          <p:cNvPr id="2537" name="Google Shape;2537;p106"/>
          <p:cNvSpPr txBox="1"/>
          <p:nvPr>
            <p:ph idx="8" type="subTitle"/>
          </p:nvPr>
        </p:nvSpPr>
        <p:spPr>
          <a:xfrm>
            <a:off x="4755142" y="3437050"/>
            <a:ext cx="38826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Font typeface="Urbanist Black"/>
              <a:buNone/>
              <a:defRPr sz="2000">
                <a:latin typeface="Urbanist Black"/>
                <a:ea typeface="Urbanist Black"/>
                <a:cs typeface="Urbanist Black"/>
                <a:sym typeface="Urbanist Black"/>
              </a:defRPr>
            </a:lvl1pPr>
            <a:lvl2pPr lvl="1" algn="ctr">
              <a:spcBef>
                <a:spcPts val="0"/>
              </a:spcBef>
              <a:spcAft>
                <a:spcPts val="0"/>
              </a:spcAft>
              <a:buSzPts val="2000"/>
              <a:buFont typeface="Urbanist Black"/>
              <a:buNone/>
              <a:defRPr sz="2000">
                <a:latin typeface="Urbanist Black"/>
                <a:ea typeface="Urbanist Black"/>
                <a:cs typeface="Urbanist Black"/>
                <a:sym typeface="Urbanist Black"/>
              </a:defRPr>
            </a:lvl2pPr>
            <a:lvl3pPr lvl="2" algn="ctr">
              <a:spcBef>
                <a:spcPts val="0"/>
              </a:spcBef>
              <a:spcAft>
                <a:spcPts val="0"/>
              </a:spcAft>
              <a:buSzPts val="2000"/>
              <a:buFont typeface="Urbanist Black"/>
              <a:buNone/>
              <a:defRPr sz="2000">
                <a:latin typeface="Urbanist Black"/>
                <a:ea typeface="Urbanist Black"/>
                <a:cs typeface="Urbanist Black"/>
                <a:sym typeface="Urbanist Black"/>
              </a:defRPr>
            </a:lvl3pPr>
            <a:lvl4pPr lvl="3" algn="ctr">
              <a:spcBef>
                <a:spcPts val="0"/>
              </a:spcBef>
              <a:spcAft>
                <a:spcPts val="0"/>
              </a:spcAft>
              <a:buSzPts val="2000"/>
              <a:buFont typeface="Urbanist Black"/>
              <a:buNone/>
              <a:defRPr sz="2000">
                <a:latin typeface="Urbanist Black"/>
                <a:ea typeface="Urbanist Black"/>
                <a:cs typeface="Urbanist Black"/>
                <a:sym typeface="Urbanist Black"/>
              </a:defRPr>
            </a:lvl4pPr>
            <a:lvl5pPr lvl="4" algn="ctr">
              <a:spcBef>
                <a:spcPts val="0"/>
              </a:spcBef>
              <a:spcAft>
                <a:spcPts val="0"/>
              </a:spcAft>
              <a:buSzPts val="2000"/>
              <a:buFont typeface="Urbanist Black"/>
              <a:buNone/>
              <a:defRPr sz="2000">
                <a:latin typeface="Urbanist Black"/>
                <a:ea typeface="Urbanist Black"/>
                <a:cs typeface="Urbanist Black"/>
                <a:sym typeface="Urbanist Black"/>
              </a:defRPr>
            </a:lvl5pPr>
            <a:lvl6pPr lvl="5" algn="ctr">
              <a:spcBef>
                <a:spcPts val="0"/>
              </a:spcBef>
              <a:spcAft>
                <a:spcPts val="0"/>
              </a:spcAft>
              <a:buSzPts val="2000"/>
              <a:buFont typeface="Urbanist Black"/>
              <a:buNone/>
              <a:defRPr sz="2000">
                <a:latin typeface="Urbanist Black"/>
                <a:ea typeface="Urbanist Black"/>
                <a:cs typeface="Urbanist Black"/>
                <a:sym typeface="Urbanist Black"/>
              </a:defRPr>
            </a:lvl6pPr>
            <a:lvl7pPr lvl="6" algn="ctr">
              <a:spcBef>
                <a:spcPts val="0"/>
              </a:spcBef>
              <a:spcAft>
                <a:spcPts val="0"/>
              </a:spcAft>
              <a:buSzPts val="2000"/>
              <a:buFont typeface="Urbanist Black"/>
              <a:buNone/>
              <a:defRPr sz="2000">
                <a:latin typeface="Urbanist Black"/>
                <a:ea typeface="Urbanist Black"/>
                <a:cs typeface="Urbanist Black"/>
                <a:sym typeface="Urbanist Black"/>
              </a:defRPr>
            </a:lvl7pPr>
            <a:lvl8pPr lvl="7" algn="ctr">
              <a:spcBef>
                <a:spcPts val="0"/>
              </a:spcBef>
              <a:spcAft>
                <a:spcPts val="0"/>
              </a:spcAft>
              <a:buSzPts val="2000"/>
              <a:buFont typeface="Urbanist Black"/>
              <a:buNone/>
              <a:defRPr sz="2000">
                <a:latin typeface="Urbanist Black"/>
                <a:ea typeface="Urbanist Black"/>
                <a:cs typeface="Urbanist Black"/>
                <a:sym typeface="Urbanist Black"/>
              </a:defRPr>
            </a:lvl8pPr>
            <a:lvl9pPr lvl="8" algn="ctr">
              <a:spcBef>
                <a:spcPts val="0"/>
              </a:spcBef>
              <a:spcAft>
                <a:spcPts val="0"/>
              </a:spcAft>
              <a:buSzPts val="2000"/>
              <a:buFont typeface="Urbanist Black"/>
              <a:buNone/>
              <a:defRPr sz="2000">
                <a:latin typeface="Urbanist Black"/>
                <a:ea typeface="Urbanist Black"/>
                <a:cs typeface="Urbanist Black"/>
                <a:sym typeface="Urbanist Black"/>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two images">
  <p:cSld name="ONE_COLUMN_TEXT">
    <p:spTree>
      <p:nvGrpSpPr>
        <p:cNvPr id="2538" name="Shape 2538"/>
        <p:cNvGrpSpPr/>
        <p:nvPr/>
      </p:nvGrpSpPr>
      <p:grpSpPr>
        <a:xfrm>
          <a:off x="0" y="0"/>
          <a:ext cx="0" cy="0"/>
          <a:chOff x="0" y="0"/>
          <a:chExt cx="0" cy="0"/>
        </a:xfrm>
      </p:grpSpPr>
      <p:sp>
        <p:nvSpPr>
          <p:cNvPr id="2539" name="Google Shape;2539;p107"/>
          <p:cNvSpPr txBox="1"/>
          <p:nvPr>
            <p:ph type="title"/>
          </p:nvPr>
        </p:nvSpPr>
        <p:spPr>
          <a:xfrm>
            <a:off x="311700" y="335025"/>
            <a:ext cx="2808000" cy="10545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540" name="Google Shape;2540;p107"/>
          <p:cNvSpPr txBox="1"/>
          <p:nvPr>
            <p:ph idx="1" type="body"/>
          </p:nvPr>
        </p:nvSpPr>
        <p:spPr>
          <a:xfrm>
            <a:off x="3434025" y="335025"/>
            <a:ext cx="2808000" cy="1054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41" name="Google Shape;2541;p10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42" name="Google Shape;2542;p107"/>
          <p:cNvSpPr/>
          <p:nvPr>
            <p:ph idx="2" type="pic"/>
          </p:nvPr>
        </p:nvSpPr>
        <p:spPr>
          <a:xfrm>
            <a:off x="324925" y="2768075"/>
            <a:ext cx="5805900" cy="2127900"/>
          </a:xfrm>
          <a:prstGeom prst="roundRect">
            <a:avLst>
              <a:gd fmla="val 7618" name="adj"/>
            </a:avLst>
          </a:prstGeom>
          <a:noFill/>
          <a:ln>
            <a:noFill/>
          </a:ln>
        </p:spPr>
      </p:sp>
      <p:sp>
        <p:nvSpPr>
          <p:cNvPr id="2543" name="Google Shape;2543;p107"/>
          <p:cNvSpPr/>
          <p:nvPr>
            <p:ph idx="3" type="pic"/>
          </p:nvPr>
        </p:nvSpPr>
        <p:spPr>
          <a:xfrm>
            <a:off x="6428025" y="1119200"/>
            <a:ext cx="2410800" cy="3776700"/>
          </a:xfrm>
          <a:prstGeom prst="roundRect">
            <a:avLst>
              <a:gd fmla="val 7618" name="adj"/>
            </a:avLst>
          </a:prstGeom>
          <a:noFill/>
          <a:ln>
            <a:noFill/>
          </a:ln>
        </p:spPr>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ONE_COLUMN_TEXT_1">
    <p:spTree>
      <p:nvGrpSpPr>
        <p:cNvPr id="2544" name="Shape 2544"/>
        <p:cNvGrpSpPr/>
        <p:nvPr/>
      </p:nvGrpSpPr>
      <p:grpSpPr>
        <a:xfrm>
          <a:off x="0" y="0"/>
          <a:ext cx="0" cy="0"/>
          <a:chOff x="0" y="0"/>
          <a:chExt cx="0" cy="0"/>
        </a:xfrm>
      </p:grpSpPr>
      <p:sp>
        <p:nvSpPr>
          <p:cNvPr id="2545" name="Google Shape;2545;p108"/>
          <p:cNvSpPr txBox="1"/>
          <p:nvPr>
            <p:ph type="title"/>
          </p:nvPr>
        </p:nvSpPr>
        <p:spPr>
          <a:xfrm>
            <a:off x="311700" y="335025"/>
            <a:ext cx="2808000" cy="10545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546" name="Google Shape;2546;p108"/>
          <p:cNvSpPr txBox="1"/>
          <p:nvPr>
            <p:ph idx="1" type="body"/>
          </p:nvPr>
        </p:nvSpPr>
        <p:spPr>
          <a:xfrm>
            <a:off x="311700" y="1815925"/>
            <a:ext cx="5106000" cy="2979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47" name="Google Shape;2547;p10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p:cSld name="MAIN_POINT">
    <p:spTree>
      <p:nvGrpSpPr>
        <p:cNvPr id="2548" name="Shape 2548"/>
        <p:cNvGrpSpPr/>
        <p:nvPr/>
      </p:nvGrpSpPr>
      <p:grpSpPr>
        <a:xfrm>
          <a:off x="0" y="0"/>
          <a:ext cx="0" cy="0"/>
          <a:chOff x="0" y="0"/>
          <a:chExt cx="0" cy="0"/>
        </a:xfrm>
      </p:grpSpPr>
      <p:sp>
        <p:nvSpPr>
          <p:cNvPr id="2549" name="Google Shape;2549;p10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50" name="Google Shape;2550;p109"/>
          <p:cNvSpPr txBox="1"/>
          <p:nvPr>
            <p:ph idx="1" type="body"/>
          </p:nvPr>
        </p:nvSpPr>
        <p:spPr>
          <a:xfrm>
            <a:off x="1189200" y="768575"/>
            <a:ext cx="6765600" cy="2877300"/>
          </a:xfrm>
          <a:prstGeom prst="rect">
            <a:avLst/>
          </a:prstGeom>
        </p:spPr>
        <p:txBody>
          <a:bodyPr anchorCtr="0" anchor="ctr" bIns="91425" lIns="91425" spcFirstLastPara="1" rIns="91425" wrap="square" tIns="91425">
            <a:noAutofit/>
          </a:bodyPr>
          <a:lstStyle>
            <a:lvl1pPr indent="-419100" lvl="0" marL="457200">
              <a:spcBef>
                <a:spcPts val="0"/>
              </a:spcBef>
              <a:spcAft>
                <a:spcPts val="0"/>
              </a:spcAft>
              <a:buSzPts val="3000"/>
              <a:buChar char="●"/>
              <a:defRPr sz="3000"/>
            </a:lvl1pPr>
            <a:lvl2pPr indent="-419100" lvl="1" marL="914400">
              <a:spcBef>
                <a:spcPts val="0"/>
              </a:spcBef>
              <a:spcAft>
                <a:spcPts val="0"/>
              </a:spcAft>
              <a:buSzPts val="3000"/>
              <a:buChar char="○"/>
              <a:defRPr sz="3000"/>
            </a:lvl2pPr>
            <a:lvl3pPr indent="-419100" lvl="2" marL="1371600">
              <a:spcBef>
                <a:spcPts val="0"/>
              </a:spcBef>
              <a:spcAft>
                <a:spcPts val="0"/>
              </a:spcAft>
              <a:buSzPts val="3000"/>
              <a:buChar char="■"/>
              <a:defRPr sz="3000"/>
            </a:lvl3pPr>
            <a:lvl4pPr indent="-419100" lvl="3" marL="1828800">
              <a:spcBef>
                <a:spcPts val="0"/>
              </a:spcBef>
              <a:spcAft>
                <a:spcPts val="0"/>
              </a:spcAft>
              <a:buSzPts val="3000"/>
              <a:buChar char="●"/>
              <a:defRPr sz="3000"/>
            </a:lvl4pPr>
            <a:lvl5pPr indent="-419100" lvl="4" marL="2286000">
              <a:spcBef>
                <a:spcPts val="0"/>
              </a:spcBef>
              <a:spcAft>
                <a:spcPts val="0"/>
              </a:spcAft>
              <a:buSzPts val="3000"/>
              <a:buChar char="○"/>
              <a:defRPr sz="3000"/>
            </a:lvl5pPr>
            <a:lvl6pPr indent="-419100" lvl="5" marL="2743200">
              <a:spcBef>
                <a:spcPts val="0"/>
              </a:spcBef>
              <a:spcAft>
                <a:spcPts val="0"/>
              </a:spcAft>
              <a:buSzPts val="3000"/>
              <a:buChar char="■"/>
              <a:defRPr sz="3000"/>
            </a:lvl6pPr>
            <a:lvl7pPr indent="-419100" lvl="6" marL="3200400">
              <a:spcBef>
                <a:spcPts val="0"/>
              </a:spcBef>
              <a:spcAft>
                <a:spcPts val="0"/>
              </a:spcAft>
              <a:buSzPts val="3000"/>
              <a:buChar char="●"/>
              <a:defRPr sz="3000"/>
            </a:lvl7pPr>
            <a:lvl8pPr indent="-419100" lvl="7" marL="3657600">
              <a:spcBef>
                <a:spcPts val="0"/>
              </a:spcBef>
              <a:spcAft>
                <a:spcPts val="0"/>
              </a:spcAft>
              <a:buSzPts val="3000"/>
              <a:buChar char="○"/>
              <a:defRPr sz="3000"/>
            </a:lvl8pPr>
            <a:lvl9pPr indent="-419100" lvl="8" marL="4114800">
              <a:spcBef>
                <a:spcPts val="0"/>
              </a:spcBef>
              <a:spcAft>
                <a:spcPts val="0"/>
              </a:spcAft>
              <a:buSzPts val="3000"/>
              <a:buChar char="■"/>
              <a:defRPr sz="3000"/>
            </a:lvl9pPr>
          </a:lstStyle>
          <a:p/>
        </p:txBody>
      </p:sp>
      <p:sp>
        <p:nvSpPr>
          <p:cNvPr id="2551" name="Google Shape;2551;p109"/>
          <p:cNvSpPr txBox="1"/>
          <p:nvPr>
            <p:ph type="title"/>
          </p:nvPr>
        </p:nvSpPr>
        <p:spPr>
          <a:xfrm>
            <a:off x="1189200" y="3557850"/>
            <a:ext cx="3615000" cy="393600"/>
          </a:xfrm>
          <a:prstGeom prst="rect">
            <a:avLst/>
          </a:prstGeom>
        </p:spPr>
        <p:txBody>
          <a:bodyPr anchorCtr="0" anchor="t" bIns="91425" lIns="91425" spcFirstLastPara="1" rIns="91425" wrap="square" tIns="91425">
            <a:noAutofit/>
          </a:bodyPr>
          <a:lstStyle>
            <a:lvl1pPr lvl="0">
              <a:spcBef>
                <a:spcPts val="0"/>
              </a:spcBef>
              <a:spcAft>
                <a:spcPts val="0"/>
              </a:spcAft>
              <a:buSzPts val="1900"/>
              <a:buNone/>
              <a:defRPr sz="19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52" name="Google Shape;2552;p109"/>
          <p:cNvSpPr txBox="1"/>
          <p:nvPr>
            <p:ph idx="2" type="subTitle"/>
          </p:nvPr>
        </p:nvSpPr>
        <p:spPr>
          <a:xfrm>
            <a:off x="1189200" y="3882700"/>
            <a:ext cx="3615000" cy="261000"/>
          </a:xfrm>
          <a:prstGeom prst="rect">
            <a:avLst/>
          </a:prstGeom>
        </p:spPr>
        <p:txBody>
          <a:bodyPr anchorCtr="0" anchor="ctr" bIns="91425" lIns="91425" spcFirstLastPara="1" rIns="91425" wrap="square" tIns="91425">
            <a:noAutofit/>
          </a:bodyPr>
          <a:lstStyle>
            <a:lvl1pPr lvl="0">
              <a:spcBef>
                <a:spcPts val="0"/>
              </a:spcBef>
              <a:spcAft>
                <a:spcPts val="0"/>
              </a:spcAft>
              <a:buSzPts val="1200"/>
              <a:buFont typeface="Urbanist Black"/>
              <a:buNone/>
              <a:defRPr sz="1200">
                <a:latin typeface="Urbanist Black"/>
                <a:ea typeface="Urbanist Black"/>
                <a:cs typeface="Urbanist Black"/>
                <a:sym typeface="Urbanist Black"/>
              </a:defRPr>
            </a:lvl1pPr>
            <a:lvl2pPr lvl="1">
              <a:spcBef>
                <a:spcPts val="0"/>
              </a:spcBef>
              <a:spcAft>
                <a:spcPts val="0"/>
              </a:spcAft>
              <a:buSzPts val="1200"/>
              <a:buFont typeface="Urbanist Black"/>
              <a:buNone/>
              <a:defRPr sz="1200">
                <a:latin typeface="Urbanist Black"/>
                <a:ea typeface="Urbanist Black"/>
                <a:cs typeface="Urbanist Black"/>
                <a:sym typeface="Urbanist Black"/>
              </a:defRPr>
            </a:lvl2pPr>
            <a:lvl3pPr lvl="2">
              <a:spcBef>
                <a:spcPts val="0"/>
              </a:spcBef>
              <a:spcAft>
                <a:spcPts val="0"/>
              </a:spcAft>
              <a:buSzPts val="1200"/>
              <a:buFont typeface="Urbanist Black"/>
              <a:buNone/>
              <a:defRPr sz="1200">
                <a:latin typeface="Urbanist Black"/>
                <a:ea typeface="Urbanist Black"/>
                <a:cs typeface="Urbanist Black"/>
                <a:sym typeface="Urbanist Black"/>
              </a:defRPr>
            </a:lvl3pPr>
            <a:lvl4pPr lvl="3">
              <a:spcBef>
                <a:spcPts val="0"/>
              </a:spcBef>
              <a:spcAft>
                <a:spcPts val="0"/>
              </a:spcAft>
              <a:buSzPts val="1200"/>
              <a:buFont typeface="Urbanist Black"/>
              <a:buNone/>
              <a:defRPr sz="1200">
                <a:latin typeface="Urbanist Black"/>
                <a:ea typeface="Urbanist Black"/>
                <a:cs typeface="Urbanist Black"/>
                <a:sym typeface="Urbanist Black"/>
              </a:defRPr>
            </a:lvl4pPr>
            <a:lvl5pPr lvl="4">
              <a:spcBef>
                <a:spcPts val="0"/>
              </a:spcBef>
              <a:spcAft>
                <a:spcPts val="0"/>
              </a:spcAft>
              <a:buSzPts val="1200"/>
              <a:buFont typeface="Urbanist Black"/>
              <a:buNone/>
              <a:defRPr sz="1200">
                <a:latin typeface="Urbanist Black"/>
                <a:ea typeface="Urbanist Black"/>
                <a:cs typeface="Urbanist Black"/>
                <a:sym typeface="Urbanist Black"/>
              </a:defRPr>
            </a:lvl5pPr>
            <a:lvl6pPr lvl="5">
              <a:spcBef>
                <a:spcPts val="0"/>
              </a:spcBef>
              <a:spcAft>
                <a:spcPts val="0"/>
              </a:spcAft>
              <a:buSzPts val="1200"/>
              <a:buFont typeface="Urbanist Black"/>
              <a:buNone/>
              <a:defRPr sz="1200">
                <a:latin typeface="Urbanist Black"/>
                <a:ea typeface="Urbanist Black"/>
                <a:cs typeface="Urbanist Black"/>
                <a:sym typeface="Urbanist Black"/>
              </a:defRPr>
            </a:lvl6pPr>
            <a:lvl7pPr lvl="6">
              <a:spcBef>
                <a:spcPts val="0"/>
              </a:spcBef>
              <a:spcAft>
                <a:spcPts val="0"/>
              </a:spcAft>
              <a:buSzPts val="1200"/>
              <a:buFont typeface="Urbanist Black"/>
              <a:buNone/>
              <a:defRPr sz="1200">
                <a:latin typeface="Urbanist Black"/>
                <a:ea typeface="Urbanist Black"/>
                <a:cs typeface="Urbanist Black"/>
                <a:sym typeface="Urbanist Black"/>
              </a:defRPr>
            </a:lvl7pPr>
            <a:lvl8pPr lvl="7">
              <a:spcBef>
                <a:spcPts val="0"/>
              </a:spcBef>
              <a:spcAft>
                <a:spcPts val="0"/>
              </a:spcAft>
              <a:buSzPts val="1200"/>
              <a:buFont typeface="Urbanist Black"/>
              <a:buNone/>
              <a:defRPr sz="1200">
                <a:latin typeface="Urbanist Black"/>
                <a:ea typeface="Urbanist Black"/>
                <a:cs typeface="Urbanist Black"/>
                <a:sym typeface="Urbanist Black"/>
              </a:defRPr>
            </a:lvl8pPr>
            <a:lvl9pPr lvl="8">
              <a:spcBef>
                <a:spcPts val="0"/>
              </a:spcBef>
              <a:spcAft>
                <a:spcPts val="0"/>
              </a:spcAft>
              <a:buSzPts val="1200"/>
              <a:buFont typeface="Urbanist Black"/>
              <a:buNone/>
              <a:defRPr sz="1200">
                <a:latin typeface="Urbanist Black"/>
                <a:ea typeface="Urbanist Black"/>
                <a:cs typeface="Urbanist Black"/>
                <a:sym typeface="Urbanist Black"/>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MAIN_POINT_1">
    <p:spTree>
      <p:nvGrpSpPr>
        <p:cNvPr id="2553" name="Shape 2553"/>
        <p:cNvGrpSpPr/>
        <p:nvPr/>
      </p:nvGrpSpPr>
      <p:grpSpPr>
        <a:xfrm>
          <a:off x="0" y="0"/>
          <a:ext cx="0" cy="0"/>
          <a:chOff x="0" y="0"/>
          <a:chExt cx="0" cy="0"/>
        </a:xfrm>
      </p:grpSpPr>
      <p:sp>
        <p:nvSpPr>
          <p:cNvPr id="2554" name="Google Shape;2554;p1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55" name="Google Shape;2555;p110"/>
          <p:cNvSpPr txBox="1"/>
          <p:nvPr>
            <p:ph idx="1" type="body"/>
          </p:nvPr>
        </p:nvSpPr>
        <p:spPr>
          <a:xfrm>
            <a:off x="319650" y="3063025"/>
            <a:ext cx="6765600" cy="16002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3">
  <p:cSld name="CAPTION_ONLY">
    <p:spTree>
      <p:nvGrpSpPr>
        <p:cNvPr id="2556" name="Shape 2556"/>
        <p:cNvGrpSpPr/>
        <p:nvPr/>
      </p:nvGrpSpPr>
      <p:grpSpPr>
        <a:xfrm>
          <a:off x="0" y="0"/>
          <a:ext cx="0" cy="0"/>
          <a:chOff x="0" y="0"/>
          <a:chExt cx="0" cy="0"/>
        </a:xfrm>
      </p:grpSpPr>
      <p:sp>
        <p:nvSpPr>
          <p:cNvPr id="2557" name="Google Shape;2557;p1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58" name="Google Shape;2558;p111"/>
          <p:cNvSpPr txBox="1"/>
          <p:nvPr>
            <p:ph idx="1" type="body"/>
          </p:nvPr>
        </p:nvSpPr>
        <p:spPr>
          <a:xfrm>
            <a:off x="4572000" y="1251400"/>
            <a:ext cx="4187700" cy="2749500"/>
          </a:xfrm>
          <a:prstGeom prst="rect">
            <a:avLst/>
          </a:prstGeom>
        </p:spPr>
        <p:txBody>
          <a:bodyPr anchorCtr="0" anchor="t" bIns="91425" lIns="91425" spcFirstLastPara="1" rIns="91425" wrap="square" tIns="91425">
            <a:noAutofit/>
          </a:bodyPr>
          <a:lstStyle>
            <a:lvl1pPr indent="-387350" lvl="0" marL="457200">
              <a:spcBef>
                <a:spcPts val="0"/>
              </a:spcBef>
              <a:spcAft>
                <a:spcPts val="0"/>
              </a:spcAft>
              <a:buSzPts val="2500"/>
              <a:buChar char="●"/>
              <a:defRPr sz="2500"/>
            </a:lvl1pPr>
            <a:lvl2pPr indent="-387350" lvl="1" marL="914400">
              <a:spcBef>
                <a:spcPts val="0"/>
              </a:spcBef>
              <a:spcAft>
                <a:spcPts val="0"/>
              </a:spcAft>
              <a:buSzPts val="2500"/>
              <a:buChar char="○"/>
              <a:defRPr sz="2500"/>
            </a:lvl2pPr>
            <a:lvl3pPr indent="-387350" lvl="2" marL="1371600">
              <a:spcBef>
                <a:spcPts val="0"/>
              </a:spcBef>
              <a:spcAft>
                <a:spcPts val="0"/>
              </a:spcAft>
              <a:buSzPts val="2500"/>
              <a:buChar char="■"/>
              <a:defRPr sz="2500"/>
            </a:lvl3pPr>
            <a:lvl4pPr indent="-387350" lvl="3" marL="1828800">
              <a:spcBef>
                <a:spcPts val="0"/>
              </a:spcBef>
              <a:spcAft>
                <a:spcPts val="0"/>
              </a:spcAft>
              <a:buSzPts val="2500"/>
              <a:buChar char="●"/>
              <a:defRPr sz="2500"/>
            </a:lvl4pPr>
            <a:lvl5pPr indent="-387350" lvl="4" marL="2286000">
              <a:spcBef>
                <a:spcPts val="0"/>
              </a:spcBef>
              <a:spcAft>
                <a:spcPts val="0"/>
              </a:spcAft>
              <a:buSzPts val="2500"/>
              <a:buChar char="○"/>
              <a:defRPr sz="2500"/>
            </a:lvl5pPr>
            <a:lvl6pPr indent="-387350" lvl="5" marL="2743200">
              <a:spcBef>
                <a:spcPts val="0"/>
              </a:spcBef>
              <a:spcAft>
                <a:spcPts val="0"/>
              </a:spcAft>
              <a:buSzPts val="2500"/>
              <a:buChar char="■"/>
              <a:defRPr sz="2500"/>
            </a:lvl6pPr>
            <a:lvl7pPr indent="-387350" lvl="6" marL="3200400">
              <a:spcBef>
                <a:spcPts val="0"/>
              </a:spcBef>
              <a:spcAft>
                <a:spcPts val="0"/>
              </a:spcAft>
              <a:buSzPts val="2500"/>
              <a:buChar char="●"/>
              <a:defRPr sz="2500"/>
            </a:lvl7pPr>
            <a:lvl8pPr indent="-387350" lvl="7" marL="3657600">
              <a:spcBef>
                <a:spcPts val="0"/>
              </a:spcBef>
              <a:spcAft>
                <a:spcPts val="0"/>
              </a:spcAft>
              <a:buSzPts val="2500"/>
              <a:buChar char="○"/>
              <a:defRPr sz="2500"/>
            </a:lvl8pPr>
            <a:lvl9pPr indent="-387350" lvl="8" marL="4114800">
              <a:spcBef>
                <a:spcPts val="0"/>
              </a:spcBef>
              <a:spcAft>
                <a:spcPts val="0"/>
              </a:spcAft>
              <a:buSzPts val="2500"/>
              <a:buChar char="■"/>
              <a:defRPr sz="2500"/>
            </a:lvl9pPr>
          </a:lstStyle>
          <a:p/>
        </p:txBody>
      </p:sp>
      <p:sp>
        <p:nvSpPr>
          <p:cNvPr id="2559" name="Google Shape;2559;p111"/>
          <p:cNvSpPr/>
          <p:nvPr>
            <p:ph idx="2" type="pic"/>
          </p:nvPr>
        </p:nvSpPr>
        <p:spPr>
          <a:xfrm>
            <a:off x="453800" y="517875"/>
            <a:ext cx="3708000" cy="4107600"/>
          </a:xfrm>
          <a:prstGeom prst="roundRect">
            <a:avLst>
              <a:gd fmla="val 7618" name="adj"/>
            </a:avLst>
          </a:prstGeom>
          <a:noFill/>
          <a:ln>
            <a:noFill/>
          </a:ln>
        </p:spPr>
      </p:sp>
      <p:sp>
        <p:nvSpPr>
          <p:cNvPr id="2560" name="Google Shape;2560;p111"/>
          <p:cNvSpPr txBox="1"/>
          <p:nvPr>
            <p:ph type="title"/>
          </p:nvPr>
        </p:nvSpPr>
        <p:spPr>
          <a:xfrm>
            <a:off x="4572000" y="3843600"/>
            <a:ext cx="3615000" cy="393600"/>
          </a:xfrm>
          <a:prstGeom prst="rect">
            <a:avLst/>
          </a:prstGeom>
        </p:spPr>
        <p:txBody>
          <a:bodyPr anchorCtr="0" anchor="t" bIns="91425" lIns="91425" spcFirstLastPara="1" rIns="91425" wrap="square" tIns="91425">
            <a:noAutofit/>
          </a:bodyPr>
          <a:lstStyle>
            <a:lvl1pPr lvl="0">
              <a:spcBef>
                <a:spcPts val="0"/>
              </a:spcBef>
              <a:spcAft>
                <a:spcPts val="0"/>
              </a:spcAft>
              <a:buSzPts val="1900"/>
              <a:buNone/>
              <a:defRPr sz="19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61" name="Google Shape;2561;p111"/>
          <p:cNvSpPr txBox="1"/>
          <p:nvPr>
            <p:ph idx="3" type="subTitle"/>
          </p:nvPr>
        </p:nvSpPr>
        <p:spPr>
          <a:xfrm>
            <a:off x="4572000" y="4168450"/>
            <a:ext cx="3615000" cy="261000"/>
          </a:xfrm>
          <a:prstGeom prst="rect">
            <a:avLst/>
          </a:prstGeom>
        </p:spPr>
        <p:txBody>
          <a:bodyPr anchorCtr="0" anchor="ctr" bIns="91425" lIns="91425" spcFirstLastPara="1" rIns="91425" wrap="square" tIns="91425">
            <a:noAutofit/>
          </a:bodyPr>
          <a:lstStyle>
            <a:lvl1pPr lvl="0">
              <a:spcBef>
                <a:spcPts val="0"/>
              </a:spcBef>
              <a:spcAft>
                <a:spcPts val="0"/>
              </a:spcAft>
              <a:buSzPts val="1200"/>
              <a:buFont typeface="Urbanist Black"/>
              <a:buNone/>
              <a:defRPr sz="1200">
                <a:latin typeface="Urbanist Black"/>
                <a:ea typeface="Urbanist Black"/>
                <a:cs typeface="Urbanist Black"/>
                <a:sym typeface="Urbanist Black"/>
              </a:defRPr>
            </a:lvl1pPr>
            <a:lvl2pPr lvl="1">
              <a:spcBef>
                <a:spcPts val="0"/>
              </a:spcBef>
              <a:spcAft>
                <a:spcPts val="0"/>
              </a:spcAft>
              <a:buSzPts val="1200"/>
              <a:buFont typeface="Urbanist Black"/>
              <a:buNone/>
              <a:defRPr sz="1200">
                <a:latin typeface="Urbanist Black"/>
                <a:ea typeface="Urbanist Black"/>
                <a:cs typeface="Urbanist Black"/>
                <a:sym typeface="Urbanist Black"/>
              </a:defRPr>
            </a:lvl2pPr>
            <a:lvl3pPr lvl="2">
              <a:spcBef>
                <a:spcPts val="0"/>
              </a:spcBef>
              <a:spcAft>
                <a:spcPts val="0"/>
              </a:spcAft>
              <a:buSzPts val="1200"/>
              <a:buFont typeface="Urbanist Black"/>
              <a:buNone/>
              <a:defRPr sz="1200">
                <a:latin typeface="Urbanist Black"/>
                <a:ea typeface="Urbanist Black"/>
                <a:cs typeface="Urbanist Black"/>
                <a:sym typeface="Urbanist Black"/>
              </a:defRPr>
            </a:lvl3pPr>
            <a:lvl4pPr lvl="3">
              <a:spcBef>
                <a:spcPts val="0"/>
              </a:spcBef>
              <a:spcAft>
                <a:spcPts val="0"/>
              </a:spcAft>
              <a:buSzPts val="1200"/>
              <a:buFont typeface="Urbanist Black"/>
              <a:buNone/>
              <a:defRPr sz="1200">
                <a:latin typeface="Urbanist Black"/>
                <a:ea typeface="Urbanist Black"/>
                <a:cs typeface="Urbanist Black"/>
                <a:sym typeface="Urbanist Black"/>
              </a:defRPr>
            </a:lvl4pPr>
            <a:lvl5pPr lvl="4">
              <a:spcBef>
                <a:spcPts val="0"/>
              </a:spcBef>
              <a:spcAft>
                <a:spcPts val="0"/>
              </a:spcAft>
              <a:buSzPts val="1200"/>
              <a:buFont typeface="Urbanist Black"/>
              <a:buNone/>
              <a:defRPr sz="1200">
                <a:latin typeface="Urbanist Black"/>
                <a:ea typeface="Urbanist Black"/>
                <a:cs typeface="Urbanist Black"/>
                <a:sym typeface="Urbanist Black"/>
              </a:defRPr>
            </a:lvl5pPr>
            <a:lvl6pPr lvl="5">
              <a:spcBef>
                <a:spcPts val="0"/>
              </a:spcBef>
              <a:spcAft>
                <a:spcPts val="0"/>
              </a:spcAft>
              <a:buSzPts val="1200"/>
              <a:buFont typeface="Urbanist Black"/>
              <a:buNone/>
              <a:defRPr sz="1200">
                <a:latin typeface="Urbanist Black"/>
                <a:ea typeface="Urbanist Black"/>
                <a:cs typeface="Urbanist Black"/>
                <a:sym typeface="Urbanist Black"/>
              </a:defRPr>
            </a:lvl6pPr>
            <a:lvl7pPr lvl="6">
              <a:spcBef>
                <a:spcPts val="0"/>
              </a:spcBef>
              <a:spcAft>
                <a:spcPts val="0"/>
              </a:spcAft>
              <a:buSzPts val="1200"/>
              <a:buFont typeface="Urbanist Black"/>
              <a:buNone/>
              <a:defRPr sz="1200">
                <a:latin typeface="Urbanist Black"/>
                <a:ea typeface="Urbanist Black"/>
                <a:cs typeface="Urbanist Black"/>
                <a:sym typeface="Urbanist Black"/>
              </a:defRPr>
            </a:lvl7pPr>
            <a:lvl8pPr lvl="7">
              <a:spcBef>
                <a:spcPts val="0"/>
              </a:spcBef>
              <a:spcAft>
                <a:spcPts val="0"/>
              </a:spcAft>
              <a:buSzPts val="1200"/>
              <a:buFont typeface="Urbanist Black"/>
              <a:buNone/>
              <a:defRPr sz="1200">
                <a:latin typeface="Urbanist Black"/>
                <a:ea typeface="Urbanist Black"/>
                <a:cs typeface="Urbanist Black"/>
                <a:sym typeface="Urbanist Black"/>
              </a:defRPr>
            </a:lvl8pPr>
            <a:lvl9pPr lvl="8">
              <a:spcBef>
                <a:spcPts val="0"/>
              </a:spcBef>
              <a:spcAft>
                <a:spcPts val="0"/>
              </a:spcAft>
              <a:buSzPts val="1200"/>
              <a:buFont typeface="Urbanist Black"/>
              <a:buNone/>
              <a:defRPr sz="1200">
                <a:latin typeface="Urbanist Black"/>
                <a:ea typeface="Urbanist Black"/>
                <a:cs typeface="Urbanist Black"/>
                <a:sym typeface="Urbanist Black"/>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type="blank">
  <p:cSld name="BLANK">
    <p:spTree>
      <p:nvGrpSpPr>
        <p:cNvPr id="2562" name="Shape 2562"/>
        <p:cNvGrpSpPr/>
        <p:nvPr/>
      </p:nvGrpSpPr>
      <p:grpSpPr>
        <a:xfrm>
          <a:off x="0" y="0"/>
          <a:ext cx="0" cy="0"/>
          <a:chOff x="0" y="0"/>
          <a:chExt cx="0" cy="0"/>
        </a:xfrm>
      </p:grpSpPr>
      <p:sp>
        <p:nvSpPr>
          <p:cNvPr id="2563" name="Google Shape;2563;p1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64" name="Google Shape;2564;p112"/>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65" name="Google Shape;2565;p112"/>
          <p:cNvSpPr txBox="1"/>
          <p:nvPr>
            <p:ph idx="1" type="body"/>
          </p:nvPr>
        </p:nvSpPr>
        <p:spPr>
          <a:xfrm>
            <a:off x="370225" y="1251400"/>
            <a:ext cx="4187700" cy="2749500"/>
          </a:xfrm>
          <a:prstGeom prst="rect">
            <a:avLst/>
          </a:prstGeom>
        </p:spPr>
        <p:txBody>
          <a:bodyPr anchorCtr="0" anchor="t" bIns="91425" lIns="91425" spcFirstLastPara="1" rIns="91425" wrap="square" tIns="91425">
            <a:noAutofit/>
          </a:bodyPr>
          <a:lstStyle>
            <a:lvl1pPr indent="-387350" lvl="0" marL="457200">
              <a:spcBef>
                <a:spcPts val="0"/>
              </a:spcBef>
              <a:spcAft>
                <a:spcPts val="0"/>
              </a:spcAft>
              <a:buSzPts val="2500"/>
              <a:buChar char="●"/>
              <a:defRPr sz="2500"/>
            </a:lvl1pPr>
            <a:lvl2pPr indent="-387350" lvl="1" marL="914400">
              <a:spcBef>
                <a:spcPts val="0"/>
              </a:spcBef>
              <a:spcAft>
                <a:spcPts val="0"/>
              </a:spcAft>
              <a:buSzPts val="2500"/>
              <a:buChar char="○"/>
              <a:defRPr sz="2500"/>
            </a:lvl2pPr>
            <a:lvl3pPr indent="-387350" lvl="2" marL="1371600">
              <a:spcBef>
                <a:spcPts val="0"/>
              </a:spcBef>
              <a:spcAft>
                <a:spcPts val="0"/>
              </a:spcAft>
              <a:buSzPts val="2500"/>
              <a:buChar char="■"/>
              <a:defRPr sz="2500"/>
            </a:lvl3pPr>
            <a:lvl4pPr indent="-387350" lvl="3" marL="1828800">
              <a:spcBef>
                <a:spcPts val="0"/>
              </a:spcBef>
              <a:spcAft>
                <a:spcPts val="0"/>
              </a:spcAft>
              <a:buSzPts val="2500"/>
              <a:buChar char="●"/>
              <a:defRPr sz="2500"/>
            </a:lvl4pPr>
            <a:lvl5pPr indent="-387350" lvl="4" marL="2286000">
              <a:spcBef>
                <a:spcPts val="0"/>
              </a:spcBef>
              <a:spcAft>
                <a:spcPts val="0"/>
              </a:spcAft>
              <a:buSzPts val="2500"/>
              <a:buChar char="○"/>
              <a:defRPr sz="2500"/>
            </a:lvl5pPr>
            <a:lvl6pPr indent="-387350" lvl="5" marL="2743200">
              <a:spcBef>
                <a:spcPts val="0"/>
              </a:spcBef>
              <a:spcAft>
                <a:spcPts val="0"/>
              </a:spcAft>
              <a:buSzPts val="2500"/>
              <a:buChar char="■"/>
              <a:defRPr sz="2500"/>
            </a:lvl6pPr>
            <a:lvl7pPr indent="-387350" lvl="6" marL="3200400">
              <a:spcBef>
                <a:spcPts val="0"/>
              </a:spcBef>
              <a:spcAft>
                <a:spcPts val="0"/>
              </a:spcAft>
              <a:buSzPts val="2500"/>
              <a:buChar char="●"/>
              <a:defRPr sz="2500"/>
            </a:lvl7pPr>
            <a:lvl8pPr indent="-387350" lvl="7" marL="3657600">
              <a:spcBef>
                <a:spcPts val="0"/>
              </a:spcBef>
              <a:spcAft>
                <a:spcPts val="0"/>
              </a:spcAft>
              <a:buSzPts val="2500"/>
              <a:buChar char="○"/>
              <a:defRPr sz="2500"/>
            </a:lvl8pPr>
            <a:lvl9pPr indent="-387350" lvl="8" marL="4114800">
              <a:spcBef>
                <a:spcPts val="0"/>
              </a:spcBef>
              <a:spcAft>
                <a:spcPts val="0"/>
              </a:spcAft>
              <a:buSzPts val="2500"/>
              <a:buChar char="■"/>
              <a:defRPr sz="2500"/>
            </a:lvl9pPr>
          </a:lstStyle>
          <a:p/>
        </p:txBody>
      </p:sp>
      <p:sp>
        <p:nvSpPr>
          <p:cNvPr id="2566" name="Google Shape;2566;p112"/>
          <p:cNvSpPr/>
          <p:nvPr>
            <p:ph idx="3" type="pic"/>
          </p:nvPr>
        </p:nvSpPr>
        <p:spPr>
          <a:xfrm>
            <a:off x="5024275" y="517950"/>
            <a:ext cx="3708000" cy="4107600"/>
          </a:xfrm>
          <a:prstGeom prst="roundRect">
            <a:avLst>
              <a:gd fmla="val 7618" name="adj"/>
            </a:avLst>
          </a:prstGeom>
          <a:noFill/>
          <a:ln>
            <a:noFill/>
          </a:ln>
        </p:spPr>
      </p:sp>
      <p:sp>
        <p:nvSpPr>
          <p:cNvPr id="2567" name="Google Shape;2567;p112"/>
          <p:cNvSpPr txBox="1"/>
          <p:nvPr>
            <p:ph type="title"/>
          </p:nvPr>
        </p:nvSpPr>
        <p:spPr>
          <a:xfrm>
            <a:off x="370225" y="3843600"/>
            <a:ext cx="3615000" cy="393600"/>
          </a:xfrm>
          <a:prstGeom prst="rect">
            <a:avLst/>
          </a:prstGeom>
        </p:spPr>
        <p:txBody>
          <a:bodyPr anchorCtr="0" anchor="t" bIns="91425" lIns="91425" spcFirstLastPara="1" rIns="91425" wrap="square" tIns="91425">
            <a:noAutofit/>
          </a:bodyPr>
          <a:lstStyle>
            <a:lvl1pPr lvl="0">
              <a:spcBef>
                <a:spcPts val="0"/>
              </a:spcBef>
              <a:spcAft>
                <a:spcPts val="0"/>
              </a:spcAft>
              <a:buSzPts val="1900"/>
              <a:buNone/>
              <a:defRPr sz="19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68" name="Google Shape;2568;p112"/>
          <p:cNvSpPr txBox="1"/>
          <p:nvPr>
            <p:ph idx="4" type="subTitle"/>
          </p:nvPr>
        </p:nvSpPr>
        <p:spPr>
          <a:xfrm>
            <a:off x="370225" y="4168450"/>
            <a:ext cx="3615000" cy="261000"/>
          </a:xfrm>
          <a:prstGeom prst="rect">
            <a:avLst/>
          </a:prstGeom>
        </p:spPr>
        <p:txBody>
          <a:bodyPr anchorCtr="0" anchor="ctr" bIns="91425" lIns="91425" spcFirstLastPara="1" rIns="91425" wrap="square" tIns="91425">
            <a:noAutofit/>
          </a:bodyPr>
          <a:lstStyle>
            <a:lvl1pPr lvl="0">
              <a:spcBef>
                <a:spcPts val="0"/>
              </a:spcBef>
              <a:spcAft>
                <a:spcPts val="0"/>
              </a:spcAft>
              <a:buSzPts val="1200"/>
              <a:buFont typeface="Urbanist Black"/>
              <a:buNone/>
              <a:defRPr sz="1200">
                <a:latin typeface="Urbanist Black"/>
                <a:ea typeface="Urbanist Black"/>
                <a:cs typeface="Urbanist Black"/>
                <a:sym typeface="Urbanist Black"/>
              </a:defRPr>
            </a:lvl1pPr>
            <a:lvl2pPr lvl="1">
              <a:spcBef>
                <a:spcPts val="0"/>
              </a:spcBef>
              <a:spcAft>
                <a:spcPts val="0"/>
              </a:spcAft>
              <a:buSzPts val="1200"/>
              <a:buFont typeface="Urbanist Black"/>
              <a:buNone/>
              <a:defRPr sz="1200">
                <a:latin typeface="Urbanist Black"/>
                <a:ea typeface="Urbanist Black"/>
                <a:cs typeface="Urbanist Black"/>
                <a:sym typeface="Urbanist Black"/>
              </a:defRPr>
            </a:lvl2pPr>
            <a:lvl3pPr lvl="2">
              <a:spcBef>
                <a:spcPts val="0"/>
              </a:spcBef>
              <a:spcAft>
                <a:spcPts val="0"/>
              </a:spcAft>
              <a:buSzPts val="1200"/>
              <a:buFont typeface="Urbanist Black"/>
              <a:buNone/>
              <a:defRPr sz="1200">
                <a:latin typeface="Urbanist Black"/>
                <a:ea typeface="Urbanist Black"/>
                <a:cs typeface="Urbanist Black"/>
                <a:sym typeface="Urbanist Black"/>
              </a:defRPr>
            </a:lvl3pPr>
            <a:lvl4pPr lvl="3">
              <a:spcBef>
                <a:spcPts val="0"/>
              </a:spcBef>
              <a:spcAft>
                <a:spcPts val="0"/>
              </a:spcAft>
              <a:buSzPts val="1200"/>
              <a:buFont typeface="Urbanist Black"/>
              <a:buNone/>
              <a:defRPr sz="1200">
                <a:latin typeface="Urbanist Black"/>
                <a:ea typeface="Urbanist Black"/>
                <a:cs typeface="Urbanist Black"/>
                <a:sym typeface="Urbanist Black"/>
              </a:defRPr>
            </a:lvl4pPr>
            <a:lvl5pPr lvl="4">
              <a:spcBef>
                <a:spcPts val="0"/>
              </a:spcBef>
              <a:spcAft>
                <a:spcPts val="0"/>
              </a:spcAft>
              <a:buSzPts val="1200"/>
              <a:buFont typeface="Urbanist Black"/>
              <a:buNone/>
              <a:defRPr sz="1200">
                <a:latin typeface="Urbanist Black"/>
                <a:ea typeface="Urbanist Black"/>
                <a:cs typeface="Urbanist Black"/>
                <a:sym typeface="Urbanist Black"/>
              </a:defRPr>
            </a:lvl5pPr>
            <a:lvl6pPr lvl="5">
              <a:spcBef>
                <a:spcPts val="0"/>
              </a:spcBef>
              <a:spcAft>
                <a:spcPts val="0"/>
              </a:spcAft>
              <a:buSzPts val="1200"/>
              <a:buFont typeface="Urbanist Black"/>
              <a:buNone/>
              <a:defRPr sz="1200">
                <a:latin typeface="Urbanist Black"/>
                <a:ea typeface="Urbanist Black"/>
                <a:cs typeface="Urbanist Black"/>
                <a:sym typeface="Urbanist Black"/>
              </a:defRPr>
            </a:lvl6pPr>
            <a:lvl7pPr lvl="6">
              <a:spcBef>
                <a:spcPts val="0"/>
              </a:spcBef>
              <a:spcAft>
                <a:spcPts val="0"/>
              </a:spcAft>
              <a:buSzPts val="1200"/>
              <a:buFont typeface="Urbanist Black"/>
              <a:buNone/>
              <a:defRPr sz="1200">
                <a:latin typeface="Urbanist Black"/>
                <a:ea typeface="Urbanist Black"/>
                <a:cs typeface="Urbanist Black"/>
                <a:sym typeface="Urbanist Black"/>
              </a:defRPr>
            </a:lvl7pPr>
            <a:lvl8pPr lvl="7">
              <a:spcBef>
                <a:spcPts val="0"/>
              </a:spcBef>
              <a:spcAft>
                <a:spcPts val="0"/>
              </a:spcAft>
              <a:buSzPts val="1200"/>
              <a:buFont typeface="Urbanist Black"/>
              <a:buNone/>
              <a:defRPr sz="1200">
                <a:latin typeface="Urbanist Black"/>
                <a:ea typeface="Urbanist Black"/>
                <a:cs typeface="Urbanist Black"/>
                <a:sym typeface="Urbanist Black"/>
              </a:defRPr>
            </a:lvl8pPr>
            <a:lvl9pPr lvl="8">
              <a:spcBef>
                <a:spcPts val="0"/>
              </a:spcBef>
              <a:spcAft>
                <a:spcPts val="0"/>
              </a:spcAft>
              <a:buSzPts val="1200"/>
              <a:buFont typeface="Urbanist Black"/>
              <a:buNone/>
              <a:defRPr sz="1200">
                <a:latin typeface="Urbanist Black"/>
                <a:ea typeface="Urbanist Black"/>
                <a:cs typeface="Urbanist Black"/>
                <a:sym typeface="Urbanist Black"/>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images">
  <p:cSld name="CUSTOM_2">
    <p:spTree>
      <p:nvGrpSpPr>
        <p:cNvPr id="2569" name="Shape 2569"/>
        <p:cNvGrpSpPr/>
        <p:nvPr/>
      </p:nvGrpSpPr>
      <p:grpSpPr>
        <a:xfrm>
          <a:off x="0" y="0"/>
          <a:ext cx="0" cy="0"/>
          <a:chOff x="0" y="0"/>
          <a:chExt cx="0" cy="0"/>
        </a:xfrm>
      </p:grpSpPr>
      <p:sp>
        <p:nvSpPr>
          <p:cNvPr id="2570" name="Google Shape;2570;p113"/>
          <p:cNvSpPr/>
          <p:nvPr>
            <p:ph idx="2" type="pic"/>
          </p:nvPr>
        </p:nvSpPr>
        <p:spPr>
          <a:xfrm>
            <a:off x="448500" y="1119200"/>
            <a:ext cx="2594700" cy="3580500"/>
          </a:xfrm>
          <a:prstGeom prst="roundRect">
            <a:avLst>
              <a:gd fmla="val 7618" name="adj"/>
            </a:avLst>
          </a:prstGeom>
          <a:noFill/>
          <a:ln>
            <a:noFill/>
          </a:ln>
        </p:spPr>
      </p:sp>
      <p:sp>
        <p:nvSpPr>
          <p:cNvPr id="2571" name="Google Shape;2571;p113"/>
          <p:cNvSpPr txBox="1"/>
          <p:nvPr>
            <p:ph type="title"/>
          </p:nvPr>
        </p:nvSpPr>
        <p:spPr>
          <a:xfrm>
            <a:off x="311700" y="173700"/>
            <a:ext cx="8392200" cy="10545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572" name="Google Shape;2572;p113"/>
          <p:cNvSpPr/>
          <p:nvPr>
            <p:ph idx="3" type="pic"/>
          </p:nvPr>
        </p:nvSpPr>
        <p:spPr>
          <a:xfrm>
            <a:off x="3270300" y="1119200"/>
            <a:ext cx="2594700" cy="3580500"/>
          </a:xfrm>
          <a:prstGeom prst="roundRect">
            <a:avLst>
              <a:gd fmla="val 7618" name="adj"/>
            </a:avLst>
          </a:prstGeom>
          <a:noFill/>
          <a:ln>
            <a:noFill/>
          </a:ln>
        </p:spPr>
      </p:sp>
      <p:sp>
        <p:nvSpPr>
          <p:cNvPr id="2573" name="Google Shape;2573;p113"/>
          <p:cNvSpPr/>
          <p:nvPr>
            <p:ph idx="4" type="pic"/>
          </p:nvPr>
        </p:nvSpPr>
        <p:spPr>
          <a:xfrm>
            <a:off x="6092100" y="1119200"/>
            <a:ext cx="2594700" cy="3580500"/>
          </a:xfrm>
          <a:prstGeom prst="roundRect">
            <a:avLst>
              <a:gd fmla="val 7618" name="adj"/>
            </a:avLst>
          </a:prstGeom>
          <a:noFill/>
          <a:ln>
            <a:noFill/>
          </a:ln>
        </p:spPr>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p:cSld name="CUSTOM_2_3">
    <p:spTree>
      <p:nvGrpSpPr>
        <p:cNvPr id="2574" name="Shape 2574"/>
        <p:cNvGrpSpPr/>
        <p:nvPr/>
      </p:nvGrpSpPr>
      <p:grpSpPr>
        <a:xfrm>
          <a:off x="0" y="0"/>
          <a:ext cx="0" cy="0"/>
          <a:chOff x="0" y="0"/>
          <a:chExt cx="0" cy="0"/>
        </a:xfrm>
      </p:grpSpPr>
      <p:sp>
        <p:nvSpPr>
          <p:cNvPr id="2575" name="Google Shape;2575;p114"/>
          <p:cNvSpPr/>
          <p:nvPr>
            <p:ph idx="2" type="pic"/>
          </p:nvPr>
        </p:nvSpPr>
        <p:spPr>
          <a:xfrm>
            <a:off x="448500" y="1119200"/>
            <a:ext cx="8255400" cy="3580500"/>
          </a:xfrm>
          <a:prstGeom prst="roundRect">
            <a:avLst>
              <a:gd fmla="val 7618" name="adj"/>
            </a:avLst>
          </a:prstGeom>
          <a:noFill/>
          <a:ln>
            <a:noFill/>
          </a:ln>
        </p:spPr>
      </p:sp>
      <p:sp>
        <p:nvSpPr>
          <p:cNvPr id="2576" name="Google Shape;2576;p114"/>
          <p:cNvSpPr txBox="1"/>
          <p:nvPr>
            <p:ph type="title"/>
          </p:nvPr>
        </p:nvSpPr>
        <p:spPr>
          <a:xfrm>
            <a:off x="311700" y="173700"/>
            <a:ext cx="8392200" cy="10545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2_2">
    <p:spTree>
      <p:nvGrpSpPr>
        <p:cNvPr id="2577" name="Shape 2577"/>
        <p:cNvGrpSpPr/>
        <p:nvPr/>
      </p:nvGrpSpPr>
      <p:grpSpPr>
        <a:xfrm>
          <a:off x="0" y="0"/>
          <a:ext cx="0" cy="0"/>
          <a:chOff x="0" y="0"/>
          <a:chExt cx="0" cy="0"/>
        </a:xfrm>
      </p:grpSpPr>
      <p:sp>
        <p:nvSpPr>
          <p:cNvPr id="2578" name="Google Shape;2578;p115"/>
          <p:cNvSpPr/>
          <p:nvPr>
            <p:ph idx="2" type="pic"/>
          </p:nvPr>
        </p:nvSpPr>
        <p:spPr>
          <a:xfrm>
            <a:off x="448500" y="1119200"/>
            <a:ext cx="2594700" cy="1900500"/>
          </a:xfrm>
          <a:prstGeom prst="roundRect">
            <a:avLst>
              <a:gd fmla="val 7618" name="adj"/>
            </a:avLst>
          </a:prstGeom>
          <a:noFill/>
          <a:ln>
            <a:noFill/>
          </a:ln>
        </p:spPr>
      </p:sp>
      <p:sp>
        <p:nvSpPr>
          <p:cNvPr id="2579" name="Google Shape;2579;p115"/>
          <p:cNvSpPr txBox="1"/>
          <p:nvPr>
            <p:ph type="title"/>
          </p:nvPr>
        </p:nvSpPr>
        <p:spPr>
          <a:xfrm>
            <a:off x="311700" y="173700"/>
            <a:ext cx="8392200" cy="10545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580" name="Google Shape;2580;p115"/>
          <p:cNvSpPr txBox="1"/>
          <p:nvPr>
            <p:ph idx="1" type="body"/>
          </p:nvPr>
        </p:nvSpPr>
        <p:spPr>
          <a:xfrm>
            <a:off x="587850" y="3537900"/>
            <a:ext cx="2316000" cy="118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81" name="Google Shape;2581;p115"/>
          <p:cNvSpPr txBox="1"/>
          <p:nvPr>
            <p:ph idx="3" type="subTitle"/>
          </p:nvPr>
        </p:nvSpPr>
        <p:spPr>
          <a:xfrm>
            <a:off x="487200" y="3148300"/>
            <a:ext cx="2517300" cy="261000"/>
          </a:xfrm>
          <a:prstGeom prst="rect">
            <a:avLst/>
          </a:prstGeom>
        </p:spPr>
        <p:txBody>
          <a:bodyPr anchorCtr="0" anchor="ctr" bIns="91425" lIns="91425" spcFirstLastPara="1" rIns="91425" wrap="square" tIns="91425">
            <a:noAutofit/>
          </a:bodyPr>
          <a:lstStyle>
            <a:lvl1pPr lvl="0">
              <a:spcBef>
                <a:spcPts val="0"/>
              </a:spcBef>
              <a:spcAft>
                <a:spcPts val="0"/>
              </a:spcAft>
              <a:buSzPts val="1200"/>
              <a:buFont typeface="Urbanist Black"/>
              <a:buNone/>
              <a:defRPr sz="1200">
                <a:latin typeface="Urbanist Black"/>
                <a:ea typeface="Urbanist Black"/>
                <a:cs typeface="Urbanist Black"/>
                <a:sym typeface="Urbanist Black"/>
              </a:defRPr>
            </a:lvl1pPr>
            <a:lvl2pPr lvl="1">
              <a:spcBef>
                <a:spcPts val="0"/>
              </a:spcBef>
              <a:spcAft>
                <a:spcPts val="0"/>
              </a:spcAft>
              <a:buSzPts val="1200"/>
              <a:buFont typeface="Urbanist Black"/>
              <a:buNone/>
              <a:defRPr sz="1200">
                <a:latin typeface="Urbanist Black"/>
                <a:ea typeface="Urbanist Black"/>
                <a:cs typeface="Urbanist Black"/>
                <a:sym typeface="Urbanist Black"/>
              </a:defRPr>
            </a:lvl2pPr>
            <a:lvl3pPr lvl="2">
              <a:spcBef>
                <a:spcPts val="0"/>
              </a:spcBef>
              <a:spcAft>
                <a:spcPts val="0"/>
              </a:spcAft>
              <a:buSzPts val="1200"/>
              <a:buFont typeface="Urbanist Black"/>
              <a:buNone/>
              <a:defRPr sz="1200">
                <a:latin typeface="Urbanist Black"/>
                <a:ea typeface="Urbanist Black"/>
                <a:cs typeface="Urbanist Black"/>
                <a:sym typeface="Urbanist Black"/>
              </a:defRPr>
            </a:lvl3pPr>
            <a:lvl4pPr lvl="3">
              <a:spcBef>
                <a:spcPts val="0"/>
              </a:spcBef>
              <a:spcAft>
                <a:spcPts val="0"/>
              </a:spcAft>
              <a:buSzPts val="1200"/>
              <a:buFont typeface="Urbanist Black"/>
              <a:buNone/>
              <a:defRPr sz="1200">
                <a:latin typeface="Urbanist Black"/>
                <a:ea typeface="Urbanist Black"/>
                <a:cs typeface="Urbanist Black"/>
                <a:sym typeface="Urbanist Black"/>
              </a:defRPr>
            </a:lvl4pPr>
            <a:lvl5pPr lvl="4">
              <a:spcBef>
                <a:spcPts val="0"/>
              </a:spcBef>
              <a:spcAft>
                <a:spcPts val="0"/>
              </a:spcAft>
              <a:buSzPts val="1200"/>
              <a:buFont typeface="Urbanist Black"/>
              <a:buNone/>
              <a:defRPr sz="1200">
                <a:latin typeface="Urbanist Black"/>
                <a:ea typeface="Urbanist Black"/>
                <a:cs typeface="Urbanist Black"/>
                <a:sym typeface="Urbanist Black"/>
              </a:defRPr>
            </a:lvl5pPr>
            <a:lvl6pPr lvl="5">
              <a:spcBef>
                <a:spcPts val="0"/>
              </a:spcBef>
              <a:spcAft>
                <a:spcPts val="0"/>
              </a:spcAft>
              <a:buSzPts val="1200"/>
              <a:buFont typeface="Urbanist Black"/>
              <a:buNone/>
              <a:defRPr sz="1200">
                <a:latin typeface="Urbanist Black"/>
                <a:ea typeface="Urbanist Black"/>
                <a:cs typeface="Urbanist Black"/>
                <a:sym typeface="Urbanist Black"/>
              </a:defRPr>
            </a:lvl6pPr>
            <a:lvl7pPr lvl="6">
              <a:spcBef>
                <a:spcPts val="0"/>
              </a:spcBef>
              <a:spcAft>
                <a:spcPts val="0"/>
              </a:spcAft>
              <a:buSzPts val="1200"/>
              <a:buFont typeface="Urbanist Black"/>
              <a:buNone/>
              <a:defRPr sz="1200">
                <a:latin typeface="Urbanist Black"/>
                <a:ea typeface="Urbanist Black"/>
                <a:cs typeface="Urbanist Black"/>
                <a:sym typeface="Urbanist Black"/>
              </a:defRPr>
            </a:lvl7pPr>
            <a:lvl8pPr lvl="7">
              <a:spcBef>
                <a:spcPts val="0"/>
              </a:spcBef>
              <a:spcAft>
                <a:spcPts val="0"/>
              </a:spcAft>
              <a:buSzPts val="1200"/>
              <a:buFont typeface="Urbanist Black"/>
              <a:buNone/>
              <a:defRPr sz="1200">
                <a:latin typeface="Urbanist Black"/>
                <a:ea typeface="Urbanist Black"/>
                <a:cs typeface="Urbanist Black"/>
                <a:sym typeface="Urbanist Black"/>
              </a:defRPr>
            </a:lvl8pPr>
            <a:lvl9pPr lvl="8">
              <a:spcBef>
                <a:spcPts val="0"/>
              </a:spcBef>
              <a:spcAft>
                <a:spcPts val="0"/>
              </a:spcAft>
              <a:buSzPts val="1200"/>
              <a:buFont typeface="Urbanist Black"/>
              <a:buNone/>
              <a:defRPr sz="1200">
                <a:latin typeface="Urbanist Black"/>
                <a:ea typeface="Urbanist Black"/>
                <a:cs typeface="Urbanist Black"/>
                <a:sym typeface="Urbanist Black"/>
              </a:defRPr>
            </a:lvl9pPr>
          </a:lstStyle>
          <a:p/>
        </p:txBody>
      </p:sp>
      <p:sp>
        <p:nvSpPr>
          <p:cNvPr id="2582" name="Google Shape;2582;p115"/>
          <p:cNvSpPr/>
          <p:nvPr>
            <p:ph idx="4" type="pic"/>
          </p:nvPr>
        </p:nvSpPr>
        <p:spPr>
          <a:xfrm>
            <a:off x="6092100" y="1119200"/>
            <a:ext cx="2594700" cy="1900500"/>
          </a:xfrm>
          <a:prstGeom prst="roundRect">
            <a:avLst>
              <a:gd fmla="val 7618" name="adj"/>
            </a:avLst>
          </a:prstGeom>
          <a:noFill/>
          <a:ln>
            <a:noFill/>
          </a:ln>
        </p:spPr>
      </p:sp>
      <p:sp>
        <p:nvSpPr>
          <p:cNvPr id="2583" name="Google Shape;2583;p115"/>
          <p:cNvSpPr txBox="1"/>
          <p:nvPr>
            <p:ph idx="5" type="body"/>
          </p:nvPr>
        </p:nvSpPr>
        <p:spPr>
          <a:xfrm>
            <a:off x="6231450" y="3537900"/>
            <a:ext cx="2316000" cy="118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84" name="Google Shape;2584;p115"/>
          <p:cNvSpPr txBox="1"/>
          <p:nvPr>
            <p:ph idx="6" type="subTitle"/>
          </p:nvPr>
        </p:nvSpPr>
        <p:spPr>
          <a:xfrm>
            <a:off x="6130800" y="3148300"/>
            <a:ext cx="2517300" cy="261000"/>
          </a:xfrm>
          <a:prstGeom prst="rect">
            <a:avLst/>
          </a:prstGeom>
        </p:spPr>
        <p:txBody>
          <a:bodyPr anchorCtr="0" anchor="ctr" bIns="91425" lIns="91425" spcFirstLastPara="1" rIns="91425" wrap="square" tIns="91425">
            <a:noAutofit/>
          </a:bodyPr>
          <a:lstStyle>
            <a:lvl1pPr lvl="0">
              <a:spcBef>
                <a:spcPts val="0"/>
              </a:spcBef>
              <a:spcAft>
                <a:spcPts val="0"/>
              </a:spcAft>
              <a:buSzPts val="1200"/>
              <a:buFont typeface="Urbanist Black"/>
              <a:buNone/>
              <a:defRPr sz="1200">
                <a:latin typeface="Urbanist Black"/>
                <a:ea typeface="Urbanist Black"/>
                <a:cs typeface="Urbanist Black"/>
                <a:sym typeface="Urbanist Black"/>
              </a:defRPr>
            </a:lvl1pPr>
            <a:lvl2pPr lvl="1">
              <a:spcBef>
                <a:spcPts val="0"/>
              </a:spcBef>
              <a:spcAft>
                <a:spcPts val="0"/>
              </a:spcAft>
              <a:buSzPts val="1200"/>
              <a:buFont typeface="Urbanist Black"/>
              <a:buNone/>
              <a:defRPr sz="1200">
                <a:latin typeface="Urbanist Black"/>
                <a:ea typeface="Urbanist Black"/>
                <a:cs typeface="Urbanist Black"/>
                <a:sym typeface="Urbanist Black"/>
              </a:defRPr>
            </a:lvl2pPr>
            <a:lvl3pPr lvl="2">
              <a:spcBef>
                <a:spcPts val="0"/>
              </a:spcBef>
              <a:spcAft>
                <a:spcPts val="0"/>
              </a:spcAft>
              <a:buSzPts val="1200"/>
              <a:buFont typeface="Urbanist Black"/>
              <a:buNone/>
              <a:defRPr sz="1200">
                <a:latin typeface="Urbanist Black"/>
                <a:ea typeface="Urbanist Black"/>
                <a:cs typeface="Urbanist Black"/>
                <a:sym typeface="Urbanist Black"/>
              </a:defRPr>
            </a:lvl3pPr>
            <a:lvl4pPr lvl="3">
              <a:spcBef>
                <a:spcPts val="0"/>
              </a:spcBef>
              <a:spcAft>
                <a:spcPts val="0"/>
              </a:spcAft>
              <a:buSzPts val="1200"/>
              <a:buFont typeface="Urbanist Black"/>
              <a:buNone/>
              <a:defRPr sz="1200">
                <a:latin typeface="Urbanist Black"/>
                <a:ea typeface="Urbanist Black"/>
                <a:cs typeface="Urbanist Black"/>
                <a:sym typeface="Urbanist Black"/>
              </a:defRPr>
            </a:lvl4pPr>
            <a:lvl5pPr lvl="4">
              <a:spcBef>
                <a:spcPts val="0"/>
              </a:spcBef>
              <a:spcAft>
                <a:spcPts val="0"/>
              </a:spcAft>
              <a:buSzPts val="1200"/>
              <a:buFont typeface="Urbanist Black"/>
              <a:buNone/>
              <a:defRPr sz="1200">
                <a:latin typeface="Urbanist Black"/>
                <a:ea typeface="Urbanist Black"/>
                <a:cs typeface="Urbanist Black"/>
                <a:sym typeface="Urbanist Black"/>
              </a:defRPr>
            </a:lvl5pPr>
            <a:lvl6pPr lvl="5">
              <a:spcBef>
                <a:spcPts val="0"/>
              </a:spcBef>
              <a:spcAft>
                <a:spcPts val="0"/>
              </a:spcAft>
              <a:buSzPts val="1200"/>
              <a:buFont typeface="Urbanist Black"/>
              <a:buNone/>
              <a:defRPr sz="1200">
                <a:latin typeface="Urbanist Black"/>
                <a:ea typeface="Urbanist Black"/>
                <a:cs typeface="Urbanist Black"/>
                <a:sym typeface="Urbanist Black"/>
              </a:defRPr>
            </a:lvl6pPr>
            <a:lvl7pPr lvl="6">
              <a:spcBef>
                <a:spcPts val="0"/>
              </a:spcBef>
              <a:spcAft>
                <a:spcPts val="0"/>
              </a:spcAft>
              <a:buSzPts val="1200"/>
              <a:buFont typeface="Urbanist Black"/>
              <a:buNone/>
              <a:defRPr sz="1200">
                <a:latin typeface="Urbanist Black"/>
                <a:ea typeface="Urbanist Black"/>
                <a:cs typeface="Urbanist Black"/>
                <a:sym typeface="Urbanist Black"/>
              </a:defRPr>
            </a:lvl7pPr>
            <a:lvl8pPr lvl="7">
              <a:spcBef>
                <a:spcPts val="0"/>
              </a:spcBef>
              <a:spcAft>
                <a:spcPts val="0"/>
              </a:spcAft>
              <a:buSzPts val="1200"/>
              <a:buFont typeface="Urbanist Black"/>
              <a:buNone/>
              <a:defRPr sz="1200">
                <a:latin typeface="Urbanist Black"/>
                <a:ea typeface="Urbanist Black"/>
                <a:cs typeface="Urbanist Black"/>
                <a:sym typeface="Urbanist Black"/>
              </a:defRPr>
            </a:lvl8pPr>
            <a:lvl9pPr lvl="8">
              <a:spcBef>
                <a:spcPts val="0"/>
              </a:spcBef>
              <a:spcAft>
                <a:spcPts val="0"/>
              </a:spcAft>
              <a:buSzPts val="1200"/>
              <a:buFont typeface="Urbanist Black"/>
              <a:buNone/>
              <a:defRPr sz="1200">
                <a:latin typeface="Urbanist Black"/>
                <a:ea typeface="Urbanist Black"/>
                <a:cs typeface="Urbanist Black"/>
                <a:sym typeface="Urbanist Black"/>
              </a:defRPr>
            </a:lvl9pPr>
          </a:lstStyle>
          <a:p/>
        </p:txBody>
      </p:sp>
      <p:sp>
        <p:nvSpPr>
          <p:cNvPr id="2585" name="Google Shape;2585;p115"/>
          <p:cNvSpPr/>
          <p:nvPr>
            <p:ph idx="7" type="pic"/>
          </p:nvPr>
        </p:nvSpPr>
        <p:spPr>
          <a:xfrm>
            <a:off x="3270300" y="1119200"/>
            <a:ext cx="2594700" cy="1900500"/>
          </a:xfrm>
          <a:prstGeom prst="roundRect">
            <a:avLst>
              <a:gd fmla="val 7618" name="adj"/>
            </a:avLst>
          </a:prstGeom>
          <a:noFill/>
          <a:ln>
            <a:noFill/>
          </a:ln>
        </p:spPr>
      </p:sp>
      <p:sp>
        <p:nvSpPr>
          <p:cNvPr id="2586" name="Google Shape;2586;p115"/>
          <p:cNvSpPr txBox="1"/>
          <p:nvPr>
            <p:ph idx="8" type="body"/>
          </p:nvPr>
        </p:nvSpPr>
        <p:spPr>
          <a:xfrm>
            <a:off x="3409650" y="3537900"/>
            <a:ext cx="2316000" cy="118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87" name="Google Shape;2587;p115"/>
          <p:cNvSpPr txBox="1"/>
          <p:nvPr>
            <p:ph idx="9" type="subTitle"/>
          </p:nvPr>
        </p:nvSpPr>
        <p:spPr>
          <a:xfrm>
            <a:off x="3309000" y="3148300"/>
            <a:ext cx="2517300" cy="261000"/>
          </a:xfrm>
          <a:prstGeom prst="rect">
            <a:avLst/>
          </a:prstGeom>
        </p:spPr>
        <p:txBody>
          <a:bodyPr anchorCtr="0" anchor="ctr" bIns="91425" lIns="91425" spcFirstLastPara="1" rIns="91425" wrap="square" tIns="91425">
            <a:noAutofit/>
          </a:bodyPr>
          <a:lstStyle>
            <a:lvl1pPr lvl="0">
              <a:spcBef>
                <a:spcPts val="0"/>
              </a:spcBef>
              <a:spcAft>
                <a:spcPts val="0"/>
              </a:spcAft>
              <a:buSzPts val="1200"/>
              <a:buFont typeface="Urbanist Black"/>
              <a:buNone/>
              <a:defRPr sz="1200">
                <a:latin typeface="Urbanist Black"/>
                <a:ea typeface="Urbanist Black"/>
                <a:cs typeface="Urbanist Black"/>
                <a:sym typeface="Urbanist Black"/>
              </a:defRPr>
            </a:lvl1pPr>
            <a:lvl2pPr lvl="1">
              <a:spcBef>
                <a:spcPts val="0"/>
              </a:spcBef>
              <a:spcAft>
                <a:spcPts val="0"/>
              </a:spcAft>
              <a:buSzPts val="1200"/>
              <a:buFont typeface="Urbanist Black"/>
              <a:buNone/>
              <a:defRPr sz="1200">
                <a:latin typeface="Urbanist Black"/>
                <a:ea typeface="Urbanist Black"/>
                <a:cs typeface="Urbanist Black"/>
                <a:sym typeface="Urbanist Black"/>
              </a:defRPr>
            </a:lvl2pPr>
            <a:lvl3pPr lvl="2">
              <a:spcBef>
                <a:spcPts val="0"/>
              </a:spcBef>
              <a:spcAft>
                <a:spcPts val="0"/>
              </a:spcAft>
              <a:buSzPts val="1200"/>
              <a:buFont typeface="Urbanist Black"/>
              <a:buNone/>
              <a:defRPr sz="1200">
                <a:latin typeface="Urbanist Black"/>
                <a:ea typeface="Urbanist Black"/>
                <a:cs typeface="Urbanist Black"/>
                <a:sym typeface="Urbanist Black"/>
              </a:defRPr>
            </a:lvl3pPr>
            <a:lvl4pPr lvl="3">
              <a:spcBef>
                <a:spcPts val="0"/>
              </a:spcBef>
              <a:spcAft>
                <a:spcPts val="0"/>
              </a:spcAft>
              <a:buSzPts val="1200"/>
              <a:buFont typeface="Urbanist Black"/>
              <a:buNone/>
              <a:defRPr sz="1200">
                <a:latin typeface="Urbanist Black"/>
                <a:ea typeface="Urbanist Black"/>
                <a:cs typeface="Urbanist Black"/>
                <a:sym typeface="Urbanist Black"/>
              </a:defRPr>
            </a:lvl4pPr>
            <a:lvl5pPr lvl="4">
              <a:spcBef>
                <a:spcPts val="0"/>
              </a:spcBef>
              <a:spcAft>
                <a:spcPts val="0"/>
              </a:spcAft>
              <a:buSzPts val="1200"/>
              <a:buFont typeface="Urbanist Black"/>
              <a:buNone/>
              <a:defRPr sz="1200">
                <a:latin typeface="Urbanist Black"/>
                <a:ea typeface="Urbanist Black"/>
                <a:cs typeface="Urbanist Black"/>
                <a:sym typeface="Urbanist Black"/>
              </a:defRPr>
            </a:lvl5pPr>
            <a:lvl6pPr lvl="5">
              <a:spcBef>
                <a:spcPts val="0"/>
              </a:spcBef>
              <a:spcAft>
                <a:spcPts val="0"/>
              </a:spcAft>
              <a:buSzPts val="1200"/>
              <a:buFont typeface="Urbanist Black"/>
              <a:buNone/>
              <a:defRPr sz="1200">
                <a:latin typeface="Urbanist Black"/>
                <a:ea typeface="Urbanist Black"/>
                <a:cs typeface="Urbanist Black"/>
                <a:sym typeface="Urbanist Black"/>
              </a:defRPr>
            </a:lvl6pPr>
            <a:lvl7pPr lvl="6">
              <a:spcBef>
                <a:spcPts val="0"/>
              </a:spcBef>
              <a:spcAft>
                <a:spcPts val="0"/>
              </a:spcAft>
              <a:buSzPts val="1200"/>
              <a:buFont typeface="Urbanist Black"/>
              <a:buNone/>
              <a:defRPr sz="1200">
                <a:latin typeface="Urbanist Black"/>
                <a:ea typeface="Urbanist Black"/>
                <a:cs typeface="Urbanist Black"/>
                <a:sym typeface="Urbanist Black"/>
              </a:defRPr>
            </a:lvl7pPr>
            <a:lvl8pPr lvl="7">
              <a:spcBef>
                <a:spcPts val="0"/>
              </a:spcBef>
              <a:spcAft>
                <a:spcPts val="0"/>
              </a:spcAft>
              <a:buSzPts val="1200"/>
              <a:buFont typeface="Urbanist Black"/>
              <a:buNone/>
              <a:defRPr sz="1200">
                <a:latin typeface="Urbanist Black"/>
                <a:ea typeface="Urbanist Black"/>
                <a:cs typeface="Urbanist Black"/>
                <a:sym typeface="Urbanist Black"/>
              </a:defRPr>
            </a:lvl8pPr>
            <a:lvl9pPr lvl="8">
              <a:spcBef>
                <a:spcPts val="0"/>
              </a:spcBef>
              <a:spcAft>
                <a:spcPts val="0"/>
              </a:spcAft>
              <a:buSzPts val="1200"/>
              <a:buFont typeface="Urbanist Black"/>
              <a:buNone/>
              <a:defRPr sz="1200">
                <a:latin typeface="Urbanist Black"/>
                <a:ea typeface="Urbanist Black"/>
                <a:cs typeface="Urbanist Black"/>
                <a:sym typeface="Urbanist Black"/>
              </a:defRPr>
            </a:lvl9pPr>
          </a:lstStyle>
          <a:p/>
        </p:txBody>
      </p:sp>
    </p:spTree>
  </p:cSld>
  <p:clrMapOvr>
    <a:masterClrMapping/>
  </p:clrMapOvr>
  <p:extLst>
    <p:ext uri="{DCECCB84-F9BA-43D5-87BE-67443E8EF086}">
      <p15:sldGuideLst>
        <p15:guide id="1" pos="5472">
          <p15:clr>
            <a:srgbClr val="E46962"/>
          </p15:clr>
        </p15:guide>
      </p15:sldGuideLst>
    </p:ext>
  </p:extLst>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2_2_1">
    <p:spTree>
      <p:nvGrpSpPr>
        <p:cNvPr id="2588" name="Shape 2588"/>
        <p:cNvGrpSpPr/>
        <p:nvPr/>
      </p:nvGrpSpPr>
      <p:grpSpPr>
        <a:xfrm>
          <a:off x="0" y="0"/>
          <a:ext cx="0" cy="0"/>
          <a:chOff x="0" y="0"/>
          <a:chExt cx="0" cy="0"/>
        </a:xfrm>
      </p:grpSpPr>
      <p:sp>
        <p:nvSpPr>
          <p:cNvPr id="2589" name="Google Shape;2589;p116"/>
          <p:cNvSpPr/>
          <p:nvPr>
            <p:ph idx="2" type="pic"/>
          </p:nvPr>
        </p:nvSpPr>
        <p:spPr>
          <a:xfrm>
            <a:off x="448500" y="1119200"/>
            <a:ext cx="3946500" cy="1900500"/>
          </a:xfrm>
          <a:prstGeom prst="roundRect">
            <a:avLst>
              <a:gd fmla="val 7618" name="adj"/>
            </a:avLst>
          </a:prstGeom>
          <a:noFill/>
          <a:ln>
            <a:noFill/>
          </a:ln>
        </p:spPr>
      </p:sp>
      <p:sp>
        <p:nvSpPr>
          <p:cNvPr id="2590" name="Google Shape;2590;p116"/>
          <p:cNvSpPr txBox="1"/>
          <p:nvPr>
            <p:ph type="title"/>
          </p:nvPr>
        </p:nvSpPr>
        <p:spPr>
          <a:xfrm>
            <a:off x="311700" y="173700"/>
            <a:ext cx="8392200" cy="10545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591" name="Google Shape;2591;p116"/>
          <p:cNvSpPr/>
          <p:nvPr>
            <p:ph idx="3" type="pic"/>
          </p:nvPr>
        </p:nvSpPr>
        <p:spPr>
          <a:xfrm>
            <a:off x="4740355" y="1119200"/>
            <a:ext cx="3946500" cy="1900500"/>
          </a:xfrm>
          <a:prstGeom prst="roundRect">
            <a:avLst>
              <a:gd fmla="val 7618" name="adj"/>
            </a:avLst>
          </a:prstGeom>
          <a:noFill/>
          <a:ln>
            <a:noFill/>
          </a:ln>
        </p:spPr>
      </p:sp>
      <p:sp>
        <p:nvSpPr>
          <p:cNvPr id="2592" name="Google Shape;2592;p116"/>
          <p:cNvSpPr txBox="1"/>
          <p:nvPr>
            <p:ph idx="1" type="body"/>
          </p:nvPr>
        </p:nvSpPr>
        <p:spPr>
          <a:xfrm>
            <a:off x="4952302" y="3537900"/>
            <a:ext cx="3522600" cy="118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93" name="Google Shape;2593;p116"/>
          <p:cNvSpPr txBox="1"/>
          <p:nvPr>
            <p:ph idx="4" type="subTitle"/>
          </p:nvPr>
        </p:nvSpPr>
        <p:spPr>
          <a:xfrm>
            <a:off x="4799217" y="3148300"/>
            <a:ext cx="3828600" cy="261000"/>
          </a:xfrm>
          <a:prstGeom prst="rect">
            <a:avLst/>
          </a:prstGeom>
        </p:spPr>
        <p:txBody>
          <a:bodyPr anchorCtr="0" anchor="ctr" bIns="91425" lIns="91425" spcFirstLastPara="1" rIns="91425" wrap="square" tIns="91425">
            <a:noAutofit/>
          </a:bodyPr>
          <a:lstStyle>
            <a:lvl1pPr lvl="0">
              <a:spcBef>
                <a:spcPts val="0"/>
              </a:spcBef>
              <a:spcAft>
                <a:spcPts val="0"/>
              </a:spcAft>
              <a:buSzPts val="1200"/>
              <a:buFont typeface="Urbanist Black"/>
              <a:buNone/>
              <a:defRPr sz="1200">
                <a:latin typeface="Urbanist Black"/>
                <a:ea typeface="Urbanist Black"/>
                <a:cs typeface="Urbanist Black"/>
                <a:sym typeface="Urbanist Black"/>
              </a:defRPr>
            </a:lvl1pPr>
            <a:lvl2pPr lvl="1">
              <a:spcBef>
                <a:spcPts val="0"/>
              </a:spcBef>
              <a:spcAft>
                <a:spcPts val="0"/>
              </a:spcAft>
              <a:buSzPts val="1200"/>
              <a:buFont typeface="Urbanist Black"/>
              <a:buNone/>
              <a:defRPr sz="1200">
                <a:latin typeface="Urbanist Black"/>
                <a:ea typeface="Urbanist Black"/>
                <a:cs typeface="Urbanist Black"/>
                <a:sym typeface="Urbanist Black"/>
              </a:defRPr>
            </a:lvl2pPr>
            <a:lvl3pPr lvl="2">
              <a:spcBef>
                <a:spcPts val="0"/>
              </a:spcBef>
              <a:spcAft>
                <a:spcPts val="0"/>
              </a:spcAft>
              <a:buSzPts val="1200"/>
              <a:buFont typeface="Urbanist Black"/>
              <a:buNone/>
              <a:defRPr sz="1200">
                <a:latin typeface="Urbanist Black"/>
                <a:ea typeface="Urbanist Black"/>
                <a:cs typeface="Urbanist Black"/>
                <a:sym typeface="Urbanist Black"/>
              </a:defRPr>
            </a:lvl3pPr>
            <a:lvl4pPr lvl="3">
              <a:spcBef>
                <a:spcPts val="0"/>
              </a:spcBef>
              <a:spcAft>
                <a:spcPts val="0"/>
              </a:spcAft>
              <a:buSzPts val="1200"/>
              <a:buFont typeface="Urbanist Black"/>
              <a:buNone/>
              <a:defRPr sz="1200">
                <a:latin typeface="Urbanist Black"/>
                <a:ea typeface="Urbanist Black"/>
                <a:cs typeface="Urbanist Black"/>
                <a:sym typeface="Urbanist Black"/>
              </a:defRPr>
            </a:lvl4pPr>
            <a:lvl5pPr lvl="4">
              <a:spcBef>
                <a:spcPts val="0"/>
              </a:spcBef>
              <a:spcAft>
                <a:spcPts val="0"/>
              </a:spcAft>
              <a:buSzPts val="1200"/>
              <a:buFont typeface="Urbanist Black"/>
              <a:buNone/>
              <a:defRPr sz="1200">
                <a:latin typeface="Urbanist Black"/>
                <a:ea typeface="Urbanist Black"/>
                <a:cs typeface="Urbanist Black"/>
                <a:sym typeface="Urbanist Black"/>
              </a:defRPr>
            </a:lvl5pPr>
            <a:lvl6pPr lvl="5">
              <a:spcBef>
                <a:spcPts val="0"/>
              </a:spcBef>
              <a:spcAft>
                <a:spcPts val="0"/>
              </a:spcAft>
              <a:buSzPts val="1200"/>
              <a:buFont typeface="Urbanist Black"/>
              <a:buNone/>
              <a:defRPr sz="1200">
                <a:latin typeface="Urbanist Black"/>
                <a:ea typeface="Urbanist Black"/>
                <a:cs typeface="Urbanist Black"/>
                <a:sym typeface="Urbanist Black"/>
              </a:defRPr>
            </a:lvl6pPr>
            <a:lvl7pPr lvl="6">
              <a:spcBef>
                <a:spcPts val="0"/>
              </a:spcBef>
              <a:spcAft>
                <a:spcPts val="0"/>
              </a:spcAft>
              <a:buSzPts val="1200"/>
              <a:buFont typeface="Urbanist Black"/>
              <a:buNone/>
              <a:defRPr sz="1200">
                <a:latin typeface="Urbanist Black"/>
                <a:ea typeface="Urbanist Black"/>
                <a:cs typeface="Urbanist Black"/>
                <a:sym typeface="Urbanist Black"/>
              </a:defRPr>
            </a:lvl7pPr>
            <a:lvl8pPr lvl="7">
              <a:spcBef>
                <a:spcPts val="0"/>
              </a:spcBef>
              <a:spcAft>
                <a:spcPts val="0"/>
              </a:spcAft>
              <a:buSzPts val="1200"/>
              <a:buFont typeface="Urbanist Black"/>
              <a:buNone/>
              <a:defRPr sz="1200">
                <a:latin typeface="Urbanist Black"/>
                <a:ea typeface="Urbanist Black"/>
                <a:cs typeface="Urbanist Black"/>
                <a:sym typeface="Urbanist Black"/>
              </a:defRPr>
            </a:lvl8pPr>
            <a:lvl9pPr lvl="8">
              <a:spcBef>
                <a:spcPts val="0"/>
              </a:spcBef>
              <a:spcAft>
                <a:spcPts val="0"/>
              </a:spcAft>
              <a:buSzPts val="1200"/>
              <a:buFont typeface="Urbanist Black"/>
              <a:buNone/>
              <a:defRPr sz="1200">
                <a:latin typeface="Urbanist Black"/>
                <a:ea typeface="Urbanist Black"/>
                <a:cs typeface="Urbanist Black"/>
                <a:sym typeface="Urbanist Black"/>
              </a:defRPr>
            </a:lvl9pPr>
          </a:lstStyle>
          <a:p/>
        </p:txBody>
      </p:sp>
      <p:sp>
        <p:nvSpPr>
          <p:cNvPr id="2594" name="Google Shape;2594;p116"/>
          <p:cNvSpPr txBox="1"/>
          <p:nvPr>
            <p:ph idx="5" type="body"/>
          </p:nvPr>
        </p:nvSpPr>
        <p:spPr>
          <a:xfrm>
            <a:off x="587850" y="3537900"/>
            <a:ext cx="3522600" cy="118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95" name="Google Shape;2595;p116"/>
          <p:cNvSpPr txBox="1"/>
          <p:nvPr>
            <p:ph idx="6" type="subTitle"/>
          </p:nvPr>
        </p:nvSpPr>
        <p:spPr>
          <a:xfrm>
            <a:off x="487200" y="3148300"/>
            <a:ext cx="3522600" cy="261000"/>
          </a:xfrm>
          <a:prstGeom prst="rect">
            <a:avLst/>
          </a:prstGeom>
        </p:spPr>
        <p:txBody>
          <a:bodyPr anchorCtr="0" anchor="ctr" bIns="91425" lIns="91425" spcFirstLastPara="1" rIns="91425" wrap="square" tIns="91425">
            <a:noAutofit/>
          </a:bodyPr>
          <a:lstStyle>
            <a:lvl1pPr lvl="0">
              <a:spcBef>
                <a:spcPts val="0"/>
              </a:spcBef>
              <a:spcAft>
                <a:spcPts val="0"/>
              </a:spcAft>
              <a:buSzPts val="1200"/>
              <a:buFont typeface="Urbanist Black"/>
              <a:buNone/>
              <a:defRPr sz="1200">
                <a:latin typeface="Urbanist Black"/>
                <a:ea typeface="Urbanist Black"/>
                <a:cs typeface="Urbanist Black"/>
                <a:sym typeface="Urbanist Black"/>
              </a:defRPr>
            </a:lvl1pPr>
            <a:lvl2pPr lvl="1">
              <a:spcBef>
                <a:spcPts val="0"/>
              </a:spcBef>
              <a:spcAft>
                <a:spcPts val="0"/>
              </a:spcAft>
              <a:buSzPts val="1200"/>
              <a:buFont typeface="Urbanist Black"/>
              <a:buNone/>
              <a:defRPr sz="1200">
                <a:latin typeface="Urbanist Black"/>
                <a:ea typeface="Urbanist Black"/>
                <a:cs typeface="Urbanist Black"/>
                <a:sym typeface="Urbanist Black"/>
              </a:defRPr>
            </a:lvl2pPr>
            <a:lvl3pPr lvl="2">
              <a:spcBef>
                <a:spcPts val="0"/>
              </a:spcBef>
              <a:spcAft>
                <a:spcPts val="0"/>
              </a:spcAft>
              <a:buSzPts val="1200"/>
              <a:buFont typeface="Urbanist Black"/>
              <a:buNone/>
              <a:defRPr sz="1200">
                <a:latin typeface="Urbanist Black"/>
                <a:ea typeface="Urbanist Black"/>
                <a:cs typeface="Urbanist Black"/>
                <a:sym typeface="Urbanist Black"/>
              </a:defRPr>
            </a:lvl3pPr>
            <a:lvl4pPr lvl="3">
              <a:spcBef>
                <a:spcPts val="0"/>
              </a:spcBef>
              <a:spcAft>
                <a:spcPts val="0"/>
              </a:spcAft>
              <a:buSzPts val="1200"/>
              <a:buFont typeface="Urbanist Black"/>
              <a:buNone/>
              <a:defRPr sz="1200">
                <a:latin typeface="Urbanist Black"/>
                <a:ea typeface="Urbanist Black"/>
                <a:cs typeface="Urbanist Black"/>
                <a:sym typeface="Urbanist Black"/>
              </a:defRPr>
            </a:lvl4pPr>
            <a:lvl5pPr lvl="4">
              <a:spcBef>
                <a:spcPts val="0"/>
              </a:spcBef>
              <a:spcAft>
                <a:spcPts val="0"/>
              </a:spcAft>
              <a:buSzPts val="1200"/>
              <a:buFont typeface="Urbanist Black"/>
              <a:buNone/>
              <a:defRPr sz="1200">
                <a:latin typeface="Urbanist Black"/>
                <a:ea typeface="Urbanist Black"/>
                <a:cs typeface="Urbanist Black"/>
                <a:sym typeface="Urbanist Black"/>
              </a:defRPr>
            </a:lvl5pPr>
            <a:lvl6pPr lvl="5">
              <a:spcBef>
                <a:spcPts val="0"/>
              </a:spcBef>
              <a:spcAft>
                <a:spcPts val="0"/>
              </a:spcAft>
              <a:buSzPts val="1200"/>
              <a:buFont typeface="Urbanist Black"/>
              <a:buNone/>
              <a:defRPr sz="1200">
                <a:latin typeface="Urbanist Black"/>
                <a:ea typeface="Urbanist Black"/>
                <a:cs typeface="Urbanist Black"/>
                <a:sym typeface="Urbanist Black"/>
              </a:defRPr>
            </a:lvl6pPr>
            <a:lvl7pPr lvl="6">
              <a:spcBef>
                <a:spcPts val="0"/>
              </a:spcBef>
              <a:spcAft>
                <a:spcPts val="0"/>
              </a:spcAft>
              <a:buSzPts val="1200"/>
              <a:buFont typeface="Urbanist Black"/>
              <a:buNone/>
              <a:defRPr sz="1200">
                <a:latin typeface="Urbanist Black"/>
                <a:ea typeface="Urbanist Black"/>
                <a:cs typeface="Urbanist Black"/>
                <a:sym typeface="Urbanist Black"/>
              </a:defRPr>
            </a:lvl7pPr>
            <a:lvl8pPr lvl="7">
              <a:spcBef>
                <a:spcPts val="0"/>
              </a:spcBef>
              <a:spcAft>
                <a:spcPts val="0"/>
              </a:spcAft>
              <a:buSzPts val="1200"/>
              <a:buFont typeface="Urbanist Black"/>
              <a:buNone/>
              <a:defRPr sz="1200">
                <a:latin typeface="Urbanist Black"/>
                <a:ea typeface="Urbanist Black"/>
                <a:cs typeface="Urbanist Black"/>
                <a:sym typeface="Urbanist Black"/>
              </a:defRPr>
            </a:lvl8pPr>
            <a:lvl9pPr lvl="8">
              <a:spcBef>
                <a:spcPts val="0"/>
              </a:spcBef>
              <a:spcAft>
                <a:spcPts val="0"/>
              </a:spcAft>
              <a:buSzPts val="1200"/>
              <a:buFont typeface="Urbanist Black"/>
              <a:buNone/>
              <a:defRPr sz="1200">
                <a:latin typeface="Urbanist Black"/>
                <a:ea typeface="Urbanist Black"/>
                <a:cs typeface="Urbanist Black"/>
                <a:sym typeface="Urbanist Black"/>
              </a:defRPr>
            </a:lvl9pPr>
          </a:lstStyle>
          <a:p/>
        </p:txBody>
      </p:sp>
    </p:spTree>
  </p:cSld>
  <p:clrMapOvr>
    <a:masterClrMapping/>
  </p:clrMapOvr>
  <p:extLst>
    <p:ext uri="{DCECCB84-F9BA-43D5-87BE-67443E8EF086}">
      <p15:sldGuideLst>
        <p15:guide id="1" pos="5472">
          <p15:clr>
            <a:srgbClr val="E46962"/>
          </p15:clr>
        </p15:guide>
      </p15:sldGuideLst>
    </p:ext>
  </p:extLst>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2_1">
    <p:spTree>
      <p:nvGrpSpPr>
        <p:cNvPr id="2596" name="Shape 2596"/>
        <p:cNvGrpSpPr/>
        <p:nvPr/>
      </p:nvGrpSpPr>
      <p:grpSpPr>
        <a:xfrm>
          <a:off x="0" y="0"/>
          <a:ext cx="0" cy="0"/>
          <a:chOff x="0" y="0"/>
          <a:chExt cx="0" cy="0"/>
        </a:xfrm>
      </p:grpSpPr>
      <p:sp>
        <p:nvSpPr>
          <p:cNvPr id="2597" name="Google Shape;2597;p117"/>
          <p:cNvSpPr/>
          <p:nvPr>
            <p:ph idx="2" type="pic"/>
          </p:nvPr>
        </p:nvSpPr>
        <p:spPr>
          <a:xfrm>
            <a:off x="452850" y="1119200"/>
            <a:ext cx="2594700" cy="1082700"/>
          </a:xfrm>
          <a:prstGeom prst="roundRect">
            <a:avLst>
              <a:gd fmla="val 7618" name="adj"/>
            </a:avLst>
          </a:prstGeom>
          <a:noFill/>
          <a:ln>
            <a:noFill/>
          </a:ln>
        </p:spPr>
      </p:sp>
      <p:sp>
        <p:nvSpPr>
          <p:cNvPr id="2598" name="Google Shape;2598;p117"/>
          <p:cNvSpPr/>
          <p:nvPr>
            <p:ph idx="3" type="pic"/>
          </p:nvPr>
        </p:nvSpPr>
        <p:spPr>
          <a:xfrm>
            <a:off x="3274650" y="1119200"/>
            <a:ext cx="2594700" cy="1082700"/>
          </a:xfrm>
          <a:prstGeom prst="roundRect">
            <a:avLst>
              <a:gd fmla="val 7618" name="adj"/>
            </a:avLst>
          </a:prstGeom>
          <a:noFill/>
          <a:ln>
            <a:noFill/>
          </a:ln>
        </p:spPr>
      </p:sp>
      <p:sp>
        <p:nvSpPr>
          <p:cNvPr id="2599" name="Google Shape;2599;p117"/>
          <p:cNvSpPr/>
          <p:nvPr>
            <p:ph idx="4" type="pic"/>
          </p:nvPr>
        </p:nvSpPr>
        <p:spPr>
          <a:xfrm>
            <a:off x="6096450" y="1119200"/>
            <a:ext cx="2594700" cy="1082700"/>
          </a:xfrm>
          <a:prstGeom prst="roundRect">
            <a:avLst>
              <a:gd fmla="val 7618" name="adj"/>
            </a:avLst>
          </a:prstGeom>
          <a:noFill/>
          <a:ln>
            <a:noFill/>
          </a:ln>
        </p:spPr>
      </p:sp>
      <p:sp>
        <p:nvSpPr>
          <p:cNvPr id="2600" name="Google Shape;2600;p117"/>
          <p:cNvSpPr/>
          <p:nvPr>
            <p:ph idx="5" type="pic"/>
          </p:nvPr>
        </p:nvSpPr>
        <p:spPr>
          <a:xfrm>
            <a:off x="452850" y="2413849"/>
            <a:ext cx="2594700" cy="1082700"/>
          </a:xfrm>
          <a:prstGeom prst="roundRect">
            <a:avLst>
              <a:gd fmla="val 7618" name="adj"/>
            </a:avLst>
          </a:prstGeom>
          <a:noFill/>
          <a:ln>
            <a:noFill/>
          </a:ln>
        </p:spPr>
      </p:sp>
      <p:sp>
        <p:nvSpPr>
          <p:cNvPr id="2601" name="Google Shape;2601;p117"/>
          <p:cNvSpPr/>
          <p:nvPr>
            <p:ph idx="6" type="pic"/>
          </p:nvPr>
        </p:nvSpPr>
        <p:spPr>
          <a:xfrm>
            <a:off x="3274650" y="2413849"/>
            <a:ext cx="2594700" cy="1082700"/>
          </a:xfrm>
          <a:prstGeom prst="roundRect">
            <a:avLst>
              <a:gd fmla="val 7618" name="adj"/>
            </a:avLst>
          </a:prstGeom>
          <a:noFill/>
          <a:ln>
            <a:noFill/>
          </a:ln>
        </p:spPr>
      </p:sp>
      <p:sp>
        <p:nvSpPr>
          <p:cNvPr id="2602" name="Google Shape;2602;p117"/>
          <p:cNvSpPr/>
          <p:nvPr>
            <p:ph idx="7" type="pic"/>
          </p:nvPr>
        </p:nvSpPr>
        <p:spPr>
          <a:xfrm>
            <a:off x="6096450" y="2413849"/>
            <a:ext cx="2594700" cy="1082700"/>
          </a:xfrm>
          <a:prstGeom prst="roundRect">
            <a:avLst>
              <a:gd fmla="val 7618" name="adj"/>
            </a:avLst>
          </a:prstGeom>
          <a:noFill/>
          <a:ln>
            <a:noFill/>
          </a:ln>
        </p:spPr>
      </p:sp>
      <p:sp>
        <p:nvSpPr>
          <p:cNvPr id="2603" name="Google Shape;2603;p117"/>
          <p:cNvSpPr/>
          <p:nvPr>
            <p:ph idx="8" type="pic"/>
          </p:nvPr>
        </p:nvSpPr>
        <p:spPr>
          <a:xfrm>
            <a:off x="452850" y="3668962"/>
            <a:ext cx="2594700" cy="1082700"/>
          </a:xfrm>
          <a:prstGeom prst="roundRect">
            <a:avLst>
              <a:gd fmla="val 7618" name="adj"/>
            </a:avLst>
          </a:prstGeom>
          <a:noFill/>
          <a:ln>
            <a:noFill/>
          </a:ln>
        </p:spPr>
      </p:sp>
      <p:sp>
        <p:nvSpPr>
          <p:cNvPr id="2604" name="Google Shape;2604;p117"/>
          <p:cNvSpPr/>
          <p:nvPr>
            <p:ph idx="9" type="pic"/>
          </p:nvPr>
        </p:nvSpPr>
        <p:spPr>
          <a:xfrm>
            <a:off x="3274650" y="3668962"/>
            <a:ext cx="2594700" cy="1082700"/>
          </a:xfrm>
          <a:prstGeom prst="roundRect">
            <a:avLst>
              <a:gd fmla="val 7618" name="adj"/>
            </a:avLst>
          </a:prstGeom>
          <a:noFill/>
          <a:ln>
            <a:noFill/>
          </a:ln>
        </p:spPr>
      </p:sp>
      <p:sp>
        <p:nvSpPr>
          <p:cNvPr id="2605" name="Google Shape;2605;p117"/>
          <p:cNvSpPr/>
          <p:nvPr>
            <p:ph idx="13" type="pic"/>
          </p:nvPr>
        </p:nvSpPr>
        <p:spPr>
          <a:xfrm>
            <a:off x="6096450" y="3668962"/>
            <a:ext cx="2594700" cy="1082700"/>
          </a:xfrm>
          <a:prstGeom prst="roundRect">
            <a:avLst>
              <a:gd fmla="val 7618" name="adj"/>
            </a:avLst>
          </a:prstGeom>
          <a:noFill/>
          <a:ln>
            <a:noFill/>
          </a:ln>
        </p:spPr>
      </p:sp>
      <p:sp>
        <p:nvSpPr>
          <p:cNvPr id="2606" name="Google Shape;2606;p117"/>
          <p:cNvSpPr txBox="1"/>
          <p:nvPr>
            <p:ph type="title"/>
          </p:nvPr>
        </p:nvSpPr>
        <p:spPr>
          <a:xfrm>
            <a:off x="311700" y="173700"/>
            <a:ext cx="8392200" cy="10545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extLst>
    <p:ext uri="{DCECCB84-F9BA-43D5-87BE-67443E8EF086}">
      <p15:sldGuideLst>
        <p15:guide id="1" pos="283">
          <p15:clr>
            <a:srgbClr val="E46962"/>
          </p15:clr>
        </p15:guide>
        <p15:guide id="2" pos="5472">
          <p15:clr>
            <a:srgbClr val="E46962"/>
          </p15:clr>
        </p15:guide>
      </p15:sldGuideLst>
    </p:ext>
  </p:extLst>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 grid">
  <p:cSld name="CUSTOM_4">
    <p:spTree>
      <p:nvGrpSpPr>
        <p:cNvPr id="2607" name="Shape 2607"/>
        <p:cNvGrpSpPr/>
        <p:nvPr/>
      </p:nvGrpSpPr>
      <p:grpSpPr>
        <a:xfrm>
          <a:off x="0" y="0"/>
          <a:ext cx="0" cy="0"/>
          <a:chOff x="0" y="0"/>
          <a:chExt cx="0" cy="0"/>
        </a:xfrm>
      </p:grpSpPr>
      <p:sp>
        <p:nvSpPr>
          <p:cNvPr id="2608" name="Google Shape;2608;p118"/>
          <p:cNvSpPr/>
          <p:nvPr>
            <p:ph idx="2" type="pic"/>
          </p:nvPr>
        </p:nvSpPr>
        <p:spPr>
          <a:xfrm>
            <a:off x="5548625" y="2673475"/>
            <a:ext cx="3355200" cy="2220300"/>
          </a:xfrm>
          <a:prstGeom prst="roundRect">
            <a:avLst>
              <a:gd fmla="val 7618" name="adj"/>
            </a:avLst>
          </a:prstGeom>
          <a:noFill/>
          <a:ln>
            <a:noFill/>
          </a:ln>
        </p:spPr>
      </p:sp>
      <p:sp>
        <p:nvSpPr>
          <p:cNvPr id="2609" name="Google Shape;2609;p118"/>
          <p:cNvSpPr/>
          <p:nvPr>
            <p:ph idx="3" type="pic"/>
          </p:nvPr>
        </p:nvSpPr>
        <p:spPr>
          <a:xfrm>
            <a:off x="5548625" y="247600"/>
            <a:ext cx="3355200" cy="2220300"/>
          </a:xfrm>
          <a:prstGeom prst="roundRect">
            <a:avLst>
              <a:gd fmla="val 7618" name="adj"/>
            </a:avLst>
          </a:prstGeom>
          <a:noFill/>
          <a:ln>
            <a:noFill/>
          </a:ln>
        </p:spPr>
      </p:sp>
      <p:sp>
        <p:nvSpPr>
          <p:cNvPr id="2610" name="Google Shape;2610;p118"/>
          <p:cNvSpPr/>
          <p:nvPr>
            <p:ph idx="4" type="pic"/>
          </p:nvPr>
        </p:nvSpPr>
        <p:spPr>
          <a:xfrm>
            <a:off x="260425" y="247600"/>
            <a:ext cx="5088900" cy="4646100"/>
          </a:xfrm>
          <a:prstGeom prst="roundRect">
            <a:avLst>
              <a:gd fmla="val 7618" name="adj"/>
            </a:avLst>
          </a:prstGeom>
          <a:noFill/>
          <a:ln>
            <a:noFill/>
          </a:ln>
        </p:spPr>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4_1">
    <p:spTree>
      <p:nvGrpSpPr>
        <p:cNvPr id="2611" name="Shape 2611"/>
        <p:cNvGrpSpPr/>
        <p:nvPr/>
      </p:nvGrpSpPr>
      <p:grpSpPr>
        <a:xfrm>
          <a:off x="0" y="0"/>
          <a:ext cx="0" cy="0"/>
          <a:chOff x="0" y="0"/>
          <a:chExt cx="0" cy="0"/>
        </a:xfrm>
      </p:grpSpPr>
      <p:sp>
        <p:nvSpPr>
          <p:cNvPr id="2612" name="Google Shape;2612;p119"/>
          <p:cNvSpPr/>
          <p:nvPr>
            <p:ph idx="2" type="pic"/>
          </p:nvPr>
        </p:nvSpPr>
        <p:spPr>
          <a:xfrm>
            <a:off x="260425" y="247600"/>
            <a:ext cx="8643300" cy="4646100"/>
          </a:xfrm>
          <a:prstGeom prst="roundRect">
            <a:avLst>
              <a:gd fmla="val 7618" name="adj"/>
            </a:avLst>
          </a:prstGeom>
          <a:noFill/>
          <a:ln>
            <a:noFill/>
          </a:ln>
        </p:spPr>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two images">
  <p:cSld name="CUSTOM_3">
    <p:spTree>
      <p:nvGrpSpPr>
        <p:cNvPr id="2613" name="Shape 2613"/>
        <p:cNvGrpSpPr/>
        <p:nvPr/>
      </p:nvGrpSpPr>
      <p:grpSpPr>
        <a:xfrm>
          <a:off x="0" y="0"/>
          <a:ext cx="0" cy="0"/>
          <a:chOff x="0" y="0"/>
          <a:chExt cx="0" cy="0"/>
        </a:xfrm>
      </p:grpSpPr>
      <p:sp>
        <p:nvSpPr>
          <p:cNvPr id="2614" name="Google Shape;2614;p120"/>
          <p:cNvSpPr/>
          <p:nvPr>
            <p:ph idx="2" type="pic"/>
          </p:nvPr>
        </p:nvSpPr>
        <p:spPr>
          <a:xfrm>
            <a:off x="6428025" y="1119200"/>
            <a:ext cx="2410800" cy="3776700"/>
          </a:xfrm>
          <a:prstGeom prst="roundRect">
            <a:avLst>
              <a:gd fmla="val 7618" name="adj"/>
            </a:avLst>
          </a:prstGeom>
          <a:noFill/>
          <a:ln>
            <a:noFill/>
          </a:ln>
        </p:spPr>
      </p:sp>
      <p:sp>
        <p:nvSpPr>
          <p:cNvPr id="2615" name="Google Shape;2615;p120"/>
          <p:cNvSpPr/>
          <p:nvPr>
            <p:ph idx="3" type="pic"/>
          </p:nvPr>
        </p:nvSpPr>
        <p:spPr>
          <a:xfrm>
            <a:off x="324925" y="1119200"/>
            <a:ext cx="5805900" cy="2115600"/>
          </a:xfrm>
          <a:prstGeom prst="roundRect">
            <a:avLst>
              <a:gd fmla="val 7618" name="adj"/>
            </a:avLst>
          </a:prstGeom>
          <a:noFill/>
          <a:ln>
            <a:noFill/>
          </a:ln>
        </p:spPr>
      </p:sp>
      <p:sp>
        <p:nvSpPr>
          <p:cNvPr id="2616" name="Google Shape;2616;p120"/>
          <p:cNvSpPr txBox="1"/>
          <p:nvPr>
            <p:ph type="title"/>
          </p:nvPr>
        </p:nvSpPr>
        <p:spPr>
          <a:xfrm>
            <a:off x="311700" y="173700"/>
            <a:ext cx="8527200" cy="10545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617" name="Google Shape;2617;p120"/>
          <p:cNvSpPr txBox="1"/>
          <p:nvPr>
            <p:ph idx="1" type="body"/>
          </p:nvPr>
        </p:nvSpPr>
        <p:spPr>
          <a:xfrm>
            <a:off x="770775" y="3493500"/>
            <a:ext cx="5309100" cy="903900"/>
          </a:xfrm>
          <a:prstGeom prst="rect">
            <a:avLst/>
          </a:prstGeom>
        </p:spPr>
        <p:txBody>
          <a:bodyPr anchorCtr="0" anchor="t" bIns="91425" lIns="91425" spcFirstLastPara="1" rIns="91425" wrap="square" tIns="91425">
            <a:noAutofit/>
          </a:bodyPr>
          <a:lstStyle>
            <a:lvl1pPr indent="-387350" lvl="0" marL="457200">
              <a:spcBef>
                <a:spcPts val="0"/>
              </a:spcBef>
              <a:spcAft>
                <a:spcPts val="0"/>
              </a:spcAft>
              <a:buSzPts val="2500"/>
              <a:buChar char="●"/>
              <a:defRPr sz="2500"/>
            </a:lvl1pPr>
            <a:lvl2pPr indent="-387350" lvl="1" marL="914400">
              <a:spcBef>
                <a:spcPts val="0"/>
              </a:spcBef>
              <a:spcAft>
                <a:spcPts val="0"/>
              </a:spcAft>
              <a:buSzPts val="2500"/>
              <a:buChar char="○"/>
              <a:defRPr sz="2500"/>
            </a:lvl2pPr>
            <a:lvl3pPr indent="-387350" lvl="2" marL="1371600">
              <a:spcBef>
                <a:spcPts val="0"/>
              </a:spcBef>
              <a:spcAft>
                <a:spcPts val="0"/>
              </a:spcAft>
              <a:buSzPts val="2500"/>
              <a:buChar char="■"/>
              <a:defRPr sz="2500"/>
            </a:lvl3pPr>
            <a:lvl4pPr indent="-387350" lvl="3" marL="1828800">
              <a:spcBef>
                <a:spcPts val="0"/>
              </a:spcBef>
              <a:spcAft>
                <a:spcPts val="0"/>
              </a:spcAft>
              <a:buSzPts val="2500"/>
              <a:buChar char="●"/>
              <a:defRPr sz="2500"/>
            </a:lvl4pPr>
            <a:lvl5pPr indent="-387350" lvl="4" marL="2286000">
              <a:spcBef>
                <a:spcPts val="0"/>
              </a:spcBef>
              <a:spcAft>
                <a:spcPts val="0"/>
              </a:spcAft>
              <a:buSzPts val="2500"/>
              <a:buChar char="○"/>
              <a:defRPr sz="2500"/>
            </a:lvl5pPr>
            <a:lvl6pPr indent="-387350" lvl="5" marL="2743200">
              <a:spcBef>
                <a:spcPts val="0"/>
              </a:spcBef>
              <a:spcAft>
                <a:spcPts val="0"/>
              </a:spcAft>
              <a:buSzPts val="2500"/>
              <a:buChar char="■"/>
              <a:defRPr sz="2500"/>
            </a:lvl6pPr>
            <a:lvl7pPr indent="-387350" lvl="6" marL="3200400">
              <a:spcBef>
                <a:spcPts val="0"/>
              </a:spcBef>
              <a:spcAft>
                <a:spcPts val="0"/>
              </a:spcAft>
              <a:buSzPts val="2500"/>
              <a:buChar char="●"/>
              <a:defRPr sz="2500"/>
            </a:lvl7pPr>
            <a:lvl8pPr indent="-387350" lvl="7" marL="3657600">
              <a:spcBef>
                <a:spcPts val="0"/>
              </a:spcBef>
              <a:spcAft>
                <a:spcPts val="0"/>
              </a:spcAft>
              <a:buSzPts val="2500"/>
              <a:buChar char="○"/>
              <a:defRPr sz="2500"/>
            </a:lvl8pPr>
            <a:lvl9pPr indent="-387350" lvl="8" marL="4114800">
              <a:spcBef>
                <a:spcPts val="0"/>
              </a:spcBef>
              <a:spcAft>
                <a:spcPts val="0"/>
              </a:spcAft>
              <a:buSzPts val="2500"/>
              <a:buChar char="■"/>
              <a:defRPr sz="2500"/>
            </a:lvl9pPr>
          </a:lstStyle>
          <a:p/>
        </p:txBody>
      </p:sp>
      <p:sp>
        <p:nvSpPr>
          <p:cNvPr id="2618" name="Google Shape;2618;p120"/>
          <p:cNvSpPr txBox="1"/>
          <p:nvPr>
            <p:ph idx="4" type="title"/>
          </p:nvPr>
        </p:nvSpPr>
        <p:spPr>
          <a:xfrm>
            <a:off x="770775" y="4397400"/>
            <a:ext cx="3615000" cy="393600"/>
          </a:xfrm>
          <a:prstGeom prst="rect">
            <a:avLst/>
          </a:prstGeom>
        </p:spPr>
        <p:txBody>
          <a:bodyPr anchorCtr="0" anchor="t" bIns="91425" lIns="91425" spcFirstLastPara="1" rIns="91425" wrap="square" tIns="91425">
            <a:noAutofit/>
          </a:bodyPr>
          <a:lstStyle>
            <a:lvl1pPr lvl="0">
              <a:spcBef>
                <a:spcPts val="0"/>
              </a:spcBef>
              <a:spcAft>
                <a:spcPts val="0"/>
              </a:spcAft>
              <a:buSzPts val="1900"/>
              <a:buNone/>
              <a:defRPr sz="19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19" name="Google Shape;2619;p120"/>
          <p:cNvSpPr txBox="1"/>
          <p:nvPr>
            <p:ph idx="5" type="subTitle"/>
          </p:nvPr>
        </p:nvSpPr>
        <p:spPr>
          <a:xfrm>
            <a:off x="770775" y="4722250"/>
            <a:ext cx="3615000" cy="261000"/>
          </a:xfrm>
          <a:prstGeom prst="rect">
            <a:avLst/>
          </a:prstGeom>
        </p:spPr>
        <p:txBody>
          <a:bodyPr anchorCtr="0" anchor="ctr" bIns="91425" lIns="91425" spcFirstLastPara="1" rIns="91425" wrap="square" tIns="91425">
            <a:noAutofit/>
          </a:bodyPr>
          <a:lstStyle>
            <a:lvl1pPr lvl="0">
              <a:spcBef>
                <a:spcPts val="0"/>
              </a:spcBef>
              <a:spcAft>
                <a:spcPts val="0"/>
              </a:spcAft>
              <a:buSzPts val="1200"/>
              <a:buFont typeface="Urbanist Black"/>
              <a:buNone/>
              <a:defRPr sz="1200">
                <a:latin typeface="Urbanist Black"/>
                <a:ea typeface="Urbanist Black"/>
                <a:cs typeface="Urbanist Black"/>
                <a:sym typeface="Urbanist Black"/>
              </a:defRPr>
            </a:lvl1pPr>
            <a:lvl2pPr lvl="1">
              <a:spcBef>
                <a:spcPts val="0"/>
              </a:spcBef>
              <a:spcAft>
                <a:spcPts val="0"/>
              </a:spcAft>
              <a:buSzPts val="1200"/>
              <a:buFont typeface="Urbanist Black"/>
              <a:buNone/>
              <a:defRPr sz="1200">
                <a:latin typeface="Urbanist Black"/>
                <a:ea typeface="Urbanist Black"/>
                <a:cs typeface="Urbanist Black"/>
                <a:sym typeface="Urbanist Black"/>
              </a:defRPr>
            </a:lvl2pPr>
            <a:lvl3pPr lvl="2">
              <a:spcBef>
                <a:spcPts val="0"/>
              </a:spcBef>
              <a:spcAft>
                <a:spcPts val="0"/>
              </a:spcAft>
              <a:buSzPts val="1200"/>
              <a:buFont typeface="Urbanist Black"/>
              <a:buNone/>
              <a:defRPr sz="1200">
                <a:latin typeface="Urbanist Black"/>
                <a:ea typeface="Urbanist Black"/>
                <a:cs typeface="Urbanist Black"/>
                <a:sym typeface="Urbanist Black"/>
              </a:defRPr>
            </a:lvl3pPr>
            <a:lvl4pPr lvl="3">
              <a:spcBef>
                <a:spcPts val="0"/>
              </a:spcBef>
              <a:spcAft>
                <a:spcPts val="0"/>
              </a:spcAft>
              <a:buSzPts val="1200"/>
              <a:buFont typeface="Urbanist Black"/>
              <a:buNone/>
              <a:defRPr sz="1200">
                <a:latin typeface="Urbanist Black"/>
                <a:ea typeface="Urbanist Black"/>
                <a:cs typeface="Urbanist Black"/>
                <a:sym typeface="Urbanist Black"/>
              </a:defRPr>
            </a:lvl4pPr>
            <a:lvl5pPr lvl="4">
              <a:spcBef>
                <a:spcPts val="0"/>
              </a:spcBef>
              <a:spcAft>
                <a:spcPts val="0"/>
              </a:spcAft>
              <a:buSzPts val="1200"/>
              <a:buFont typeface="Urbanist Black"/>
              <a:buNone/>
              <a:defRPr sz="1200">
                <a:latin typeface="Urbanist Black"/>
                <a:ea typeface="Urbanist Black"/>
                <a:cs typeface="Urbanist Black"/>
                <a:sym typeface="Urbanist Black"/>
              </a:defRPr>
            </a:lvl5pPr>
            <a:lvl6pPr lvl="5">
              <a:spcBef>
                <a:spcPts val="0"/>
              </a:spcBef>
              <a:spcAft>
                <a:spcPts val="0"/>
              </a:spcAft>
              <a:buSzPts val="1200"/>
              <a:buFont typeface="Urbanist Black"/>
              <a:buNone/>
              <a:defRPr sz="1200">
                <a:latin typeface="Urbanist Black"/>
                <a:ea typeface="Urbanist Black"/>
                <a:cs typeface="Urbanist Black"/>
                <a:sym typeface="Urbanist Black"/>
              </a:defRPr>
            </a:lvl6pPr>
            <a:lvl7pPr lvl="6">
              <a:spcBef>
                <a:spcPts val="0"/>
              </a:spcBef>
              <a:spcAft>
                <a:spcPts val="0"/>
              </a:spcAft>
              <a:buSzPts val="1200"/>
              <a:buFont typeface="Urbanist Black"/>
              <a:buNone/>
              <a:defRPr sz="1200">
                <a:latin typeface="Urbanist Black"/>
                <a:ea typeface="Urbanist Black"/>
                <a:cs typeface="Urbanist Black"/>
                <a:sym typeface="Urbanist Black"/>
              </a:defRPr>
            </a:lvl7pPr>
            <a:lvl8pPr lvl="7">
              <a:spcBef>
                <a:spcPts val="0"/>
              </a:spcBef>
              <a:spcAft>
                <a:spcPts val="0"/>
              </a:spcAft>
              <a:buSzPts val="1200"/>
              <a:buFont typeface="Urbanist Black"/>
              <a:buNone/>
              <a:defRPr sz="1200">
                <a:latin typeface="Urbanist Black"/>
                <a:ea typeface="Urbanist Black"/>
                <a:cs typeface="Urbanist Black"/>
                <a:sym typeface="Urbanist Black"/>
              </a:defRPr>
            </a:lvl8pPr>
            <a:lvl9pPr lvl="8">
              <a:spcBef>
                <a:spcPts val="0"/>
              </a:spcBef>
              <a:spcAft>
                <a:spcPts val="0"/>
              </a:spcAft>
              <a:buSzPts val="1200"/>
              <a:buFont typeface="Urbanist Black"/>
              <a:buNone/>
              <a:defRPr sz="1200">
                <a:latin typeface="Urbanist Black"/>
                <a:ea typeface="Urbanist Black"/>
                <a:cs typeface="Urbanist Black"/>
                <a:sym typeface="Urbanist Black"/>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3_1">
    <p:spTree>
      <p:nvGrpSpPr>
        <p:cNvPr id="2620" name="Shape 2620"/>
        <p:cNvGrpSpPr/>
        <p:nvPr/>
      </p:nvGrpSpPr>
      <p:grpSpPr>
        <a:xfrm>
          <a:off x="0" y="0"/>
          <a:ext cx="0" cy="0"/>
          <a:chOff x="0" y="0"/>
          <a:chExt cx="0" cy="0"/>
        </a:xfrm>
      </p:grpSpPr>
      <p:sp>
        <p:nvSpPr>
          <p:cNvPr id="2621" name="Google Shape;2621;p121"/>
          <p:cNvSpPr txBox="1"/>
          <p:nvPr>
            <p:ph idx="1" type="body"/>
          </p:nvPr>
        </p:nvSpPr>
        <p:spPr>
          <a:xfrm>
            <a:off x="311700" y="1447800"/>
            <a:ext cx="4158600" cy="3352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22" name="Google Shape;2622;p121"/>
          <p:cNvSpPr txBox="1"/>
          <p:nvPr>
            <p:ph type="title"/>
          </p:nvPr>
        </p:nvSpPr>
        <p:spPr>
          <a:xfrm>
            <a:off x="311700" y="173700"/>
            <a:ext cx="8527200" cy="10545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623" name="Google Shape;2623;p121"/>
          <p:cNvSpPr txBox="1"/>
          <p:nvPr>
            <p:ph idx="2" type="body"/>
          </p:nvPr>
        </p:nvSpPr>
        <p:spPr>
          <a:xfrm>
            <a:off x="4680300" y="1447800"/>
            <a:ext cx="4158600" cy="3352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extLst>
    <p:ext uri="{DCECCB84-F9BA-43D5-87BE-67443E8EF086}">
      <p15:sldGuideLst>
        <p15:guide id="1" orient="horz" pos="2115">
          <p15:clr>
            <a:srgbClr val="E46962"/>
          </p15:clr>
        </p15:guide>
      </p15:sldGuideLst>
    </p:ext>
  </p:extLst>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_1">
    <p:spTree>
      <p:nvGrpSpPr>
        <p:cNvPr id="2624" name="Shape 2624"/>
        <p:cNvGrpSpPr/>
        <p:nvPr/>
      </p:nvGrpSpPr>
      <p:grpSpPr>
        <a:xfrm>
          <a:off x="0" y="0"/>
          <a:ext cx="0" cy="0"/>
          <a:chOff x="0" y="0"/>
          <a:chExt cx="0" cy="0"/>
        </a:xfrm>
      </p:grpSpPr>
      <p:sp>
        <p:nvSpPr>
          <p:cNvPr id="2625" name="Google Shape;2625;p122"/>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626" name="Google Shape;2626;p122"/>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27" name="Google Shape;2627;p1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2628" name="Shape 2628"/>
        <p:cNvGrpSpPr/>
        <p:nvPr/>
      </p:nvGrpSpPr>
      <p:grpSpPr>
        <a:xfrm>
          <a:off x="0" y="0"/>
          <a:ext cx="0" cy="0"/>
          <a:chOff x="0" y="0"/>
          <a:chExt cx="0" cy="0"/>
        </a:xfrm>
      </p:grpSpPr>
      <p:sp>
        <p:nvSpPr>
          <p:cNvPr id="2629" name="Google Shape;2629;p123"/>
          <p:cNvSpPr/>
          <p:nvPr/>
        </p:nvSpPr>
        <p:spPr>
          <a:xfrm>
            <a:off x="4572000" y="-1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12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631" name="Google Shape;2631;p12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632" name="Google Shape;2632;p12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33" name="Google Shape;2633;p1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3.xml"/><Relationship Id="rId22" Type="http://schemas.openxmlformats.org/officeDocument/2006/relationships/slideLayout" Target="../slideLayouts/slideLayout35.xml"/><Relationship Id="rId21" Type="http://schemas.openxmlformats.org/officeDocument/2006/relationships/slideLayout" Target="../slideLayouts/slideLayout34.xml"/><Relationship Id="rId24" Type="http://schemas.openxmlformats.org/officeDocument/2006/relationships/slideLayout" Target="../slideLayouts/slideLayout37.xml"/><Relationship Id="rId23" Type="http://schemas.openxmlformats.org/officeDocument/2006/relationships/slideLayout" Target="../slideLayouts/slideLayout36.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26" Type="http://schemas.openxmlformats.org/officeDocument/2006/relationships/slideLayout" Target="../slideLayouts/slideLayout39.xml"/><Relationship Id="rId25" Type="http://schemas.openxmlformats.org/officeDocument/2006/relationships/slideLayout" Target="../slideLayouts/slideLayout38.xml"/><Relationship Id="rId28" Type="http://schemas.openxmlformats.org/officeDocument/2006/relationships/slideLayout" Target="../slideLayouts/slideLayout41.xml"/><Relationship Id="rId27" Type="http://schemas.openxmlformats.org/officeDocument/2006/relationships/slideLayout" Target="../slideLayouts/slideLayout40.xml"/><Relationship Id="rId5" Type="http://schemas.openxmlformats.org/officeDocument/2006/relationships/slideLayout" Target="../slideLayouts/slideLayout18.xml"/><Relationship Id="rId6" Type="http://schemas.openxmlformats.org/officeDocument/2006/relationships/slideLayout" Target="../slideLayouts/slideLayout19.xml"/><Relationship Id="rId29" Type="http://schemas.openxmlformats.org/officeDocument/2006/relationships/slideLayout" Target="../slideLayouts/slideLayout42.xml"/><Relationship Id="rId7" Type="http://schemas.openxmlformats.org/officeDocument/2006/relationships/slideLayout" Target="../slideLayouts/slideLayout20.xml"/><Relationship Id="rId8" Type="http://schemas.openxmlformats.org/officeDocument/2006/relationships/slideLayout" Target="../slideLayouts/slideLayout21.xml"/><Relationship Id="rId31" Type="http://schemas.openxmlformats.org/officeDocument/2006/relationships/slideLayout" Target="../slideLayouts/slideLayout44.xml"/><Relationship Id="rId30" Type="http://schemas.openxmlformats.org/officeDocument/2006/relationships/slideLayout" Target="../slideLayouts/slideLayout43.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32" Type="http://schemas.openxmlformats.org/officeDocument/2006/relationships/theme" Target="../theme/theme1.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5" Type="http://schemas.openxmlformats.org/officeDocument/2006/relationships/slideLayout" Target="../slideLayouts/slideLayout28.xml"/><Relationship Id="rId14" Type="http://schemas.openxmlformats.org/officeDocument/2006/relationships/slideLayout" Target="../slideLayouts/slideLayout27.xml"/><Relationship Id="rId17" Type="http://schemas.openxmlformats.org/officeDocument/2006/relationships/slideLayout" Target="../slideLayouts/slideLayout30.xml"/><Relationship Id="rId16" Type="http://schemas.openxmlformats.org/officeDocument/2006/relationships/slideLayout" Target="../slideLayouts/slideLayout29.xml"/><Relationship Id="rId19" Type="http://schemas.openxmlformats.org/officeDocument/2006/relationships/slideLayout" Target="../slideLayouts/slideLayout32.xml"/><Relationship Id="rId18"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64.xml"/><Relationship Id="rId22" Type="http://schemas.openxmlformats.org/officeDocument/2006/relationships/slideLayout" Target="../slideLayouts/slideLayout66.xml"/><Relationship Id="rId21" Type="http://schemas.openxmlformats.org/officeDocument/2006/relationships/slideLayout" Target="../slideLayouts/slideLayout65.xml"/><Relationship Id="rId24" Type="http://schemas.openxmlformats.org/officeDocument/2006/relationships/slideLayout" Target="../slideLayouts/slideLayout68.xml"/><Relationship Id="rId23" Type="http://schemas.openxmlformats.org/officeDocument/2006/relationships/slideLayout" Target="../slideLayouts/slideLayout67.xml"/><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9" Type="http://schemas.openxmlformats.org/officeDocument/2006/relationships/slideLayout" Target="../slideLayouts/slideLayout53.xml"/><Relationship Id="rId26" Type="http://schemas.openxmlformats.org/officeDocument/2006/relationships/slideLayout" Target="../slideLayouts/slideLayout70.xml"/><Relationship Id="rId25" Type="http://schemas.openxmlformats.org/officeDocument/2006/relationships/slideLayout" Target="../slideLayouts/slideLayout69.xml"/><Relationship Id="rId28" Type="http://schemas.openxmlformats.org/officeDocument/2006/relationships/slideLayout" Target="../slideLayouts/slideLayout72.xml"/><Relationship Id="rId27" Type="http://schemas.openxmlformats.org/officeDocument/2006/relationships/slideLayout" Target="../slideLayouts/slideLayout71.xml"/><Relationship Id="rId5" Type="http://schemas.openxmlformats.org/officeDocument/2006/relationships/slideLayout" Target="../slideLayouts/slideLayout49.xml"/><Relationship Id="rId6" Type="http://schemas.openxmlformats.org/officeDocument/2006/relationships/slideLayout" Target="../slideLayouts/slideLayout50.xml"/><Relationship Id="rId29" Type="http://schemas.openxmlformats.org/officeDocument/2006/relationships/slideLayout" Target="../slideLayouts/slideLayout73.xml"/><Relationship Id="rId7" Type="http://schemas.openxmlformats.org/officeDocument/2006/relationships/slideLayout" Target="../slideLayouts/slideLayout51.xml"/><Relationship Id="rId8" Type="http://schemas.openxmlformats.org/officeDocument/2006/relationships/slideLayout" Target="../slideLayouts/slideLayout52.xml"/><Relationship Id="rId31" Type="http://schemas.openxmlformats.org/officeDocument/2006/relationships/slideLayout" Target="../slideLayouts/slideLayout75.xml"/><Relationship Id="rId30" Type="http://schemas.openxmlformats.org/officeDocument/2006/relationships/slideLayout" Target="../slideLayouts/slideLayout74.xml"/><Relationship Id="rId11" Type="http://schemas.openxmlformats.org/officeDocument/2006/relationships/slideLayout" Target="../slideLayouts/slideLayout55.xml"/><Relationship Id="rId33" Type="http://schemas.openxmlformats.org/officeDocument/2006/relationships/slideLayout" Target="../slideLayouts/slideLayout77.xml"/><Relationship Id="rId10" Type="http://schemas.openxmlformats.org/officeDocument/2006/relationships/slideLayout" Target="../slideLayouts/slideLayout54.xml"/><Relationship Id="rId32" Type="http://schemas.openxmlformats.org/officeDocument/2006/relationships/slideLayout" Target="../slideLayouts/slideLayout76.xml"/><Relationship Id="rId13" Type="http://schemas.openxmlformats.org/officeDocument/2006/relationships/slideLayout" Target="../slideLayouts/slideLayout57.xml"/><Relationship Id="rId35" Type="http://schemas.openxmlformats.org/officeDocument/2006/relationships/slideLayout" Target="../slideLayouts/slideLayout79.xml"/><Relationship Id="rId12" Type="http://schemas.openxmlformats.org/officeDocument/2006/relationships/slideLayout" Target="../slideLayouts/slideLayout56.xml"/><Relationship Id="rId34" Type="http://schemas.openxmlformats.org/officeDocument/2006/relationships/slideLayout" Target="../slideLayouts/slideLayout78.xml"/><Relationship Id="rId15" Type="http://schemas.openxmlformats.org/officeDocument/2006/relationships/slideLayout" Target="../slideLayouts/slideLayout59.xml"/><Relationship Id="rId37" Type="http://schemas.openxmlformats.org/officeDocument/2006/relationships/slideLayout" Target="../slideLayouts/slideLayout81.xml"/><Relationship Id="rId14" Type="http://schemas.openxmlformats.org/officeDocument/2006/relationships/slideLayout" Target="../slideLayouts/slideLayout58.xml"/><Relationship Id="rId36" Type="http://schemas.openxmlformats.org/officeDocument/2006/relationships/slideLayout" Target="../slideLayouts/slideLayout80.xml"/><Relationship Id="rId17" Type="http://schemas.openxmlformats.org/officeDocument/2006/relationships/slideLayout" Target="../slideLayouts/slideLayout61.xml"/><Relationship Id="rId39" Type="http://schemas.openxmlformats.org/officeDocument/2006/relationships/theme" Target="../theme/theme2.xml"/><Relationship Id="rId16" Type="http://schemas.openxmlformats.org/officeDocument/2006/relationships/slideLayout" Target="../slideLayouts/slideLayout60.xml"/><Relationship Id="rId38" Type="http://schemas.openxmlformats.org/officeDocument/2006/relationships/slideLayout" Target="../slideLayouts/slideLayout82.xml"/><Relationship Id="rId19" Type="http://schemas.openxmlformats.org/officeDocument/2006/relationships/slideLayout" Target="../slideLayouts/slideLayout63.xml"/><Relationship Id="rId18" Type="http://schemas.openxmlformats.org/officeDocument/2006/relationships/slideLayout" Target="../slideLayouts/slideLayout62.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102.xml"/><Relationship Id="rId22" Type="http://schemas.openxmlformats.org/officeDocument/2006/relationships/slideLayout" Target="../slideLayouts/slideLayout104.xml"/><Relationship Id="rId21" Type="http://schemas.openxmlformats.org/officeDocument/2006/relationships/slideLayout" Target="../slideLayouts/slideLayout103.xml"/><Relationship Id="rId24" Type="http://schemas.openxmlformats.org/officeDocument/2006/relationships/slideLayout" Target="../slideLayouts/slideLayout106.xml"/><Relationship Id="rId23" Type="http://schemas.openxmlformats.org/officeDocument/2006/relationships/slideLayout" Target="../slideLayouts/slideLayout105.xml"/><Relationship Id="rId1" Type="http://schemas.openxmlformats.org/officeDocument/2006/relationships/slideLayout" Target="../slideLayouts/slideLayout83.xml"/><Relationship Id="rId2" Type="http://schemas.openxmlformats.org/officeDocument/2006/relationships/slideLayout" Target="../slideLayouts/slideLayout84.xml"/><Relationship Id="rId3" Type="http://schemas.openxmlformats.org/officeDocument/2006/relationships/slideLayout" Target="../slideLayouts/slideLayout85.xml"/><Relationship Id="rId4" Type="http://schemas.openxmlformats.org/officeDocument/2006/relationships/slideLayout" Target="../slideLayouts/slideLayout86.xml"/><Relationship Id="rId9" Type="http://schemas.openxmlformats.org/officeDocument/2006/relationships/slideLayout" Target="../slideLayouts/slideLayout91.xml"/><Relationship Id="rId26" Type="http://schemas.openxmlformats.org/officeDocument/2006/relationships/slideLayout" Target="../slideLayouts/slideLayout108.xml"/><Relationship Id="rId25" Type="http://schemas.openxmlformats.org/officeDocument/2006/relationships/slideLayout" Target="../slideLayouts/slideLayout107.xml"/><Relationship Id="rId28" Type="http://schemas.openxmlformats.org/officeDocument/2006/relationships/slideLayout" Target="../slideLayouts/slideLayout110.xml"/><Relationship Id="rId27" Type="http://schemas.openxmlformats.org/officeDocument/2006/relationships/slideLayout" Target="../slideLayouts/slideLayout109.xml"/><Relationship Id="rId5" Type="http://schemas.openxmlformats.org/officeDocument/2006/relationships/slideLayout" Target="../slideLayouts/slideLayout87.xml"/><Relationship Id="rId6" Type="http://schemas.openxmlformats.org/officeDocument/2006/relationships/slideLayout" Target="../slideLayouts/slideLayout88.xml"/><Relationship Id="rId29" Type="http://schemas.openxmlformats.org/officeDocument/2006/relationships/slideLayout" Target="../slideLayouts/slideLayout111.xml"/><Relationship Id="rId7" Type="http://schemas.openxmlformats.org/officeDocument/2006/relationships/slideLayout" Target="../slideLayouts/slideLayout89.xml"/><Relationship Id="rId8" Type="http://schemas.openxmlformats.org/officeDocument/2006/relationships/slideLayout" Target="../slideLayouts/slideLayout90.xml"/><Relationship Id="rId31" Type="http://schemas.openxmlformats.org/officeDocument/2006/relationships/slideLayout" Target="../slideLayouts/slideLayout113.xml"/><Relationship Id="rId30" Type="http://schemas.openxmlformats.org/officeDocument/2006/relationships/slideLayout" Target="../slideLayouts/slideLayout112.xml"/><Relationship Id="rId11" Type="http://schemas.openxmlformats.org/officeDocument/2006/relationships/slideLayout" Target="../slideLayouts/slideLayout93.xml"/><Relationship Id="rId33" Type="http://schemas.openxmlformats.org/officeDocument/2006/relationships/slideLayout" Target="../slideLayouts/slideLayout115.xml"/><Relationship Id="rId10" Type="http://schemas.openxmlformats.org/officeDocument/2006/relationships/slideLayout" Target="../slideLayouts/slideLayout92.xml"/><Relationship Id="rId32" Type="http://schemas.openxmlformats.org/officeDocument/2006/relationships/slideLayout" Target="../slideLayouts/slideLayout114.xml"/><Relationship Id="rId13" Type="http://schemas.openxmlformats.org/officeDocument/2006/relationships/slideLayout" Target="../slideLayouts/slideLayout95.xml"/><Relationship Id="rId35" Type="http://schemas.openxmlformats.org/officeDocument/2006/relationships/slideLayout" Target="../slideLayouts/slideLayout117.xml"/><Relationship Id="rId12" Type="http://schemas.openxmlformats.org/officeDocument/2006/relationships/slideLayout" Target="../slideLayouts/slideLayout94.xml"/><Relationship Id="rId34" Type="http://schemas.openxmlformats.org/officeDocument/2006/relationships/slideLayout" Target="../slideLayouts/slideLayout116.xml"/><Relationship Id="rId15" Type="http://schemas.openxmlformats.org/officeDocument/2006/relationships/slideLayout" Target="../slideLayouts/slideLayout97.xml"/><Relationship Id="rId37" Type="http://schemas.openxmlformats.org/officeDocument/2006/relationships/slideLayout" Target="../slideLayouts/slideLayout119.xml"/><Relationship Id="rId14" Type="http://schemas.openxmlformats.org/officeDocument/2006/relationships/slideLayout" Target="../slideLayouts/slideLayout96.xml"/><Relationship Id="rId36" Type="http://schemas.openxmlformats.org/officeDocument/2006/relationships/slideLayout" Target="../slideLayouts/slideLayout118.xml"/><Relationship Id="rId17" Type="http://schemas.openxmlformats.org/officeDocument/2006/relationships/slideLayout" Target="../slideLayouts/slideLayout99.xml"/><Relationship Id="rId16" Type="http://schemas.openxmlformats.org/officeDocument/2006/relationships/slideLayout" Target="../slideLayouts/slideLayout98.xml"/><Relationship Id="rId38" Type="http://schemas.openxmlformats.org/officeDocument/2006/relationships/theme" Target="../theme/theme4.xml"/><Relationship Id="rId19" Type="http://schemas.openxmlformats.org/officeDocument/2006/relationships/slideLayout" Target="../slideLayouts/slideLayout101.xml"/><Relationship Id="rId18" Type="http://schemas.openxmlformats.org/officeDocument/2006/relationships/slideLayout" Target="../slideLayouts/slideLayout10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1"/>
        </a:solidFill>
      </p:bgPr>
    </p:bg>
    <p:spTree>
      <p:nvGrpSpPr>
        <p:cNvPr id="66" name="Shape 66"/>
        <p:cNvGrpSpPr/>
        <p:nvPr/>
      </p:nvGrpSpPr>
      <p:grpSpPr>
        <a:xfrm>
          <a:off x="0" y="0"/>
          <a:ext cx="0" cy="0"/>
          <a:chOff x="0" y="0"/>
          <a:chExt cx="0" cy="0"/>
        </a:xfrm>
      </p:grpSpPr>
      <p:sp>
        <p:nvSpPr>
          <p:cNvPr id="67" name="Google Shape;67;p15"/>
          <p:cNvSpPr txBox="1"/>
          <p:nvPr>
            <p:ph type="title"/>
          </p:nvPr>
        </p:nvSpPr>
        <p:spPr>
          <a:xfrm>
            <a:off x="311700" y="457925"/>
            <a:ext cx="6411000" cy="572700"/>
          </a:xfrm>
          <a:prstGeom prst="rect">
            <a:avLst/>
          </a:prstGeom>
          <a:noFill/>
          <a:ln>
            <a:noFill/>
          </a:ln>
        </p:spPr>
        <p:txBody>
          <a:bodyPr anchorCtr="0" anchor="t" bIns="91425" lIns="91425" spcFirstLastPara="1" rIns="91425" wrap="square" tIns="91425">
            <a:spAutoFit/>
          </a:bodyPr>
          <a:lstStyle>
            <a:lvl1pPr lvl="0">
              <a:lnSpc>
                <a:spcPct val="90000"/>
              </a:lnSpc>
              <a:spcBef>
                <a:spcPts val="0"/>
              </a:spcBef>
              <a:spcAft>
                <a:spcPts val="0"/>
              </a:spcAft>
              <a:buClr>
                <a:schemeClr val="dk1"/>
              </a:buClr>
              <a:buSzPts val="4800"/>
              <a:buFont typeface="Lexend"/>
              <a:buNone/>
              <a:defRPr sz="4800">
                <a:solidFill>
                  <a:schemeClr val="dk1"/>
                </a:solidFill>
                <a:latin typeface="Lexend"/>
                <a:ea typeface="Lexend"/>
                <a:cs typeface="Lexend"/>
                <a:sym typeface="Lexend"/>
              </a:defRPr>
            </a:lvl1pPr>
            <a:lvl2pPr lvl="1">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2pPr>
            <a:lvl3pPr lvl="2">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3pPr>
            <a:lvl4pPr lvl="3">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4pPr>
            <a:lvl5pPr lvl="4">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5pPr>
            <a:lvl6pPr lvl="5">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6pPr>
            <a:lvl7pPr lvl="6">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7pPr>
            <a:lvl8pPr lvl="7">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8pPr>
            <a:lvl9pPr lvl="8">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9pPr>
          </a:lstStyle>
          <a:p/>
        </p:txBody>
      </p:sp>
      <p:sp>
        <p:nvSpPr>
          <p:cNvPr id="68" name="Google Shape;68;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69" name="Google Shape;69;p15"/>
          <p:cNvSpPr txBox="1"/>
          <p:nvPr>
            <p:ph idx="1" type="body"/>
          </p:nvPr>
        </p:nvSpPr>
        <p:spPr>
          <a:xfrm>
            <a:off x="1239450" y="2823325"/>
            <a:ext cx="3145800" cy="2082000"/>
          </a:xfrm>
          <a:prstGeom prst="rect">
            <a:avLst/>
          </a:prstGeom>
          <a:noFill/>
          <a:ln>
            <a:noFill/>
          </a:ln>
        </p:spPr>
        <p:txBody>
          <a:bodyPr anchorCtr="0" anchor="t" bIns="91425" lIns="91425" spcFirstLastPara="1" rIns="91425" wrap="square" tIns="91425">
            <a:noAutofit/>
          </a:bodyPr>
          <a:lstStyle>
            <a:lvl1pPr indent="-279400" lvl="0" marL="457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1pPr>
            <a:lvl2pPr indent="-279400" lvl="1" marL="914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2pPr>
            <a:lvl3pPr indent="-279400" lvl="2" marL="1371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3pPr>
            <a:lvl4pPr indent="-279400" lvl="3" marL="1828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4pPr>
            <a:lvl5pPr indent="-279400" lvl="4" marL="22860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5pPr>
            <a:lvl6pPr indent="-279400" lvl="5" marL="2743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6pPr>
            <a:lvl7pPr indent="-279400" lvl="6" marL="3200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7pPr>
            <a:lvl8pPr indent="-279400" lvl="7" marL="3657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8pPr>
            <a:lvl9pPr indent="-279400" lvl="8" marL="4114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9pPr>
          </a:lstStyle>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864">
          <p15:clr>
            <a:srgbClr val="E46962"/>
          </p15:clr>
        </p15:guide>
        <p15:guide id="6" pos="196">
          <p15:clr>
            <a:srgbClr val="E46962"/>
          </p15:clr>
        </p15:guide>
        <p15:guide id="7" orient="horz" pos="936">
          <p15:clr>
            <a:srgbClr val="E46962"/>
          </p15:clr>
        </p15:guide>
        <p15:guide id="8" orient="horz" pos="684">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922" name="Shape 1922"/>
        <p:cNvGrpSpPr/>
        <p:nvPr/>
      </p:nvGrpSpPr>
      <p:grpSpPr>
        <a:xfrm>
          <a:off x="0" y="0"/>
          <a:ext cx="0" cy="0"/>
          <a:chOff x="0" y="0"/>
          <a:chExt cx="0" cy="0"/>
        </a:xfrm>
      </p:grpSpPr>
      <p:sp>
        <p:nvSpPr>
          <p:cNvPr id="1923" name="Google Shape;1923;p47"/>
          <p:cNvSpPr txBox="1"/>
          <p:nvPr>
            <p:ph type="title"/>
          </p:nvPr>
        </p:nvSpPr>
        <p:spPr>
          <a:xfrm>
            <a:off x="311700" y="445025"/>
            <a:ext cx="8475600" cy="572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1pPr>
            <a:lvl2pPr lvl="1">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2pPr>
            <a:lvl3pPr lvl="2">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3pPr>
            <a:lvl4pPr lvl="3">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4pPr>
            <a:lvl5pPr lvl="4">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5pPr>
            <a:lvl6pPr lvl="5">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6pPr>
            <a:lvl7pPr lvl="6">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7pPr>
            <a:lvl8pPr lvl="7">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8pPr>
            <a:lvl9pPr lvl="8">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9pPr>
          </a:lstStyle>
          <a:p/>
        </p:txBody>
      </p:sp>
      <p:sp>
        <p:nvSpPr>
          <p:cNvPr id="1924" name="Google Shape;1924;p47"/>
          <p:cNvSpPr txBox="1"/>
          <p:nvPr>
            <p:ph idx="1" type="body"/>
          </p:nvPr>
        </p:nvSpPr>
        <p:spPr>
          <a:xfrm>
            <a:off x="311700" y="1152475"/>
            <a:ext cx="8475600" cy="3416400"/>
          </a:xfrm>
          <a:prstGeom prst="rect">
            <a:avLst/>
          </a:prstGeom>
          <a:noFill/>
          <a:ln>
            <a:noFill/>
          </a:ln>
        </p:spPr>
        <p:txBody>
          <a:bodyPr anchorCtr="0" anchor="t" bIns="91425" lIns="91425" spcFirstLastPara="1" rIns="91425" wrap="square" tIns="91425">
            <a:spAutoFit/>
          </a:bodyPr>
          <a:lstStyle>
            <a:lvl1pPr indent="-336550" lvl="0" marL="4572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1pPr>
            <a:lvl2pPr indent="-336550" lvl="1" marL="9144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2pPr>
            <a:lvl3pPr indent="-336550" lvl="2" marL="13716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3pPr>
            <a:lvl4pPr indent="-336550" lvl="3" marL="18288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4pPr>
            <a:lvl5pPr indent="-336550" lvl="4" marL="22860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5pPr>
            <a:lvl6pPr indent="-336550" lvl="5" marL="27432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6pPr>
            <a:lvl7pPr indent="-336550" lvl="6" marL="32004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7pPr>
            <a:lvl8pPr indent="-336550" lvl="7" marL="36576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8pPr>
            <a:lvl9pPr indent="-336550" lvl="8" marL="411480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9pPr>
          </a:lstStyle>
          <a:p/>
        </p:txBody>
      </p:sp>
      <p:sp>
        <p:nvSpPr>
          <p:cNvPr id="1925" name="Google Shape;1925;p47"/>
          <p:cNvSpPr txBox="1"/>
          <p:nvPr>
            <p:ph idx="12" type="sldNum"/>
          </p:nvPr>
        </p:nvSpPr>
        <p:spPr>
          <a:xfrm>
            <a:off x="8260675" y="205550"/>
            <a:ext cx="548700" cy="292500"/>
          </a:xfrm>
          <a:prstGeom prst="rect">
            <a:avLst/>
          </a:prstGeom>
          <a:noFill/>
          <a:ln>
            <a:noFill/>
          </a:ln>
        </p:spPr>
        <p:txBody>
          <a:bodyPr anchorCtr="0" anchor="t" bIns="91425" lIns="91425" spcFirstLastPara="1" rIns="91425" wrap="square" tIns="91425">
            <a:normAutofit/>
          </a:bodyPr>
          <a:lstStyle>
            <a:lvl1pPr lvl="0" algn="r">
              <a:buNone/>
              <a:defRPr sz="700">
                <a:solidFill>
                  <a:schemeClr val="dk1"/>
                </a:solidFill>
                <a:latin typeface="Inter Tight SemiBold"/>
                <a:ea typeface="Inter Tight SemiBold"/>
                <a:cs typeface="Inter Tight SemiBold"/>
                <a:sym typeface="Inter Tight SemiBold"/>
              </a:defRPr>
            </a:lvl1pPr>
            <a:lvl2pPr lvl="1" algn="r">
              <a:buNone/>
              <a:defRPr sz="700">
                <a:solidFill>
                  <a:schemeClr val="dk1"/>
                </a:solidFill>
                <a:latin typeface="Inter Tight SemiBold"/>
                <a:ea typeface="Inter Tight SemiBold"/>
                <a:cs typeface="Inter Tight SemiBold"/>
                <a:sym typeface="Inter Tight SemiBold"/>
              </a:defRPr>
            </a:lvl2pPr>
            <a:lvl3pPr lvl="2" algn="r">
              <a:buNone/>
              <a:defRPr sz="700">
                <a:solidFill>
                  <a:schemeClr val="dk1"/>
                </a:solidFill>
                <a:latin typeface="Inter Tight SemiBold"/>
                <a:ea typeface="Inter Tight SemiBold"/>
                <a:cs typeface="Inter Tight SemiBold"/>
                <a:sym typeface="Inter Tight SemiBold"/>
              </a:defRPr>
            </a:lvl3pPr>
            <a:lvl4pPr lvl="3" algn="r">
              <a:buNone/>
              <a:defRPr sz="700">
                <a:solidFill>
                  <a:schemeClr val="dk1"/>
                </a:solidFill>
                <a:latin typeface="Inter Tight SemiBold"/>
                <a:ea typeface="Inter Tight SemiBold"/>
                <a:cs typeface="Inter Tight SemiBold"/>
                <a:sym typeface="Inter Tight SemiBold"/>
              </a:defRPr>
            </a:lvl4pPr>
            <a:lvl5pPr lvl="4" algn="r">
              <a:buNone/>
              <a:defRPr sz="700">
                <a:solidFill>
                  <a:schemeClr val="dk1"/>
                </a:solidFill>
                <a:latin typeface="Inter Tight SemiBold"/>
                <a:ea typeface="Inter Tight SemiBold"/>
                <a:cs typeface="Inter Tight SemiBold"/>
                <a:sym typeface="Inter Tight SemiBold"/>
              </a:defRPr>
            </a:lvl5pPr>
            <a:lvl6pPr lvl="5" algn="r">
              <a:buNone/>
              <a:defRPr sz="700">
                <a:solidFill>
                  <a:schemeClr val="dk1"/>
                </a:solidFill>
                <a:latin typeface="Inter Tight SemiBold"/>
                <a:ea typeface="Inter Tight SemiBold"/>
                <a:cs typeface="Inter Tight SemiBold"/>
                <a:sym typeface="Inter Tight SemiBold"/>
              </a:defRPr>
            </a:lvl6pPr>
            <a:lvl7pPr lvl="6" algn="r">
              <a:buNone/>
              <a:defRPr sz="700">
                <a:solidFill>
                  <a:schemeClr val="dk1"/>
                </a:solidFill>
                <a:latin typeface="Inter Tight SemiBold"/>
                <a:ea typeface="Inter Tight SemiBold"/>
                <a:cs typeface="Inter Tight SemiBold"/>
                <a:sym typeface="Inter Tight SemiBold"/>
              </a:defRPr>
            </a:lvl7pPr>
            <a:lvl8pPr lvl="7" algn="r">
              <a:buNone/>
              <a:defRPr sz="700">
                <a:solidFill>
                  <a:schemeClr val="dk1"/>
                </a:solidFill>
                <a:latin typeface="Inter Tight SemiBold"/>
                <a:ea typeface="Inter Tight SemiBold"/>
                <a:cs typeface="Inter Tight SemiBold"/>
                <a:sym typeface="Inter Tight SemiBold"/>
              </a:defRPr>
            </a:lvl8pPr>
            <a:lvl9pPr lvl="8" algn="r">
              <a:buNone/>
              <a:defRPr sz="700">
                <a:solidFill>
                  <a:schemeClr val="dk1"/>
                </a:solidFill>
                <a:latin typeface="Inter Tight SemiBold"/>
                <a:ea typeface="Inter Tight SemiBold"/>
                <a:cs typeface="Inter Tight SemiBold"/>
                <a:sym typeface="Inter Tight SemiBold"/>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 id="2147483725" r:id="rId34"/>
    <p:sldLayoutId id="2147483726" r:id="rId35"/>
    <p:sldLayoutId id="2147483727" r:id="rId36"/>
    <p:sldLayoutId id="2147483728" r:id="rId37"/>
    <p:sldLayoutId id="2147483729" r:id="rId3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232" name="Shape 2232"/>
        <p:cNvGrpSpPr/>
        <p:nvPr/>
      </p:nvGrpSpPr>
      <p:grpSpPr>
        <a:xfrm>
          <a:off x="0" y="0"/>
          <a:ext cx="0" cy="0"/>
          <a:chOff x="0" y="0"/>
          <a:chExt cx="0" cy="0"/>
        </a:xfrm>
      </p:grpSpPr>
      <p:sp>
        <p:nvSpPr>
          <p:cNvPr id="2233" name="Google Shape;2233;p8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Urbanist Black"/>
              <a:buNone/>
              <a:defRPr sz="2800">
                <a:solidFill>
                  <a:schemeClr val="dk1"/>
                </a:solidFill>
                <a:latin typeface="Urbanist Black"/>
                <a:ea typeface="Urbanist Black"/>
                <a:cs typeface="Urbanist Black"/>
                <a:sym typeface="Urbanist Black"/>
              </a:defRPr>
            </a:lvl1pPr>
            <a:lvl2pPr lvl="1">
              <a:spcBef>
                <a:spcPts val="0"/>
              </a:spcBef>
              <a:spcAft>
                <a:spcPts val="0"/>
              </a:spcAft>
              <a:buClr>
                <a:schemeClr val="dk1"/>
              </a:buClr>
              <a:buSzPts val="2800"/>
              <a:buFont typeface="Urbanist Black"/>
              <a:buNone/>
              <a:defRPr sz="2800">
                <a:solidFill>
                  <a:schemeClr val="dk1"/>
                </a:solidFill>
                <a:latin typeface="Urbanist Black"/>
                <a:ea typeface="Urbanist Black"/>
                <a:cs typeface="Urbanist Black"/>
                <a:sym typeface="Urbanist Black"/>
              </a:defRPr>
            </a:lvl2pPr>
            <a:lvl3pPr lvl="2">
              <a:spcBef>
                <a:spcPts val="0"/>
              </a:spcBef>
              <a:spcAft>
                <a:spcPts val="0"/>
              </a:spcAft>
              <a:buClr>
                <a:schemeClr val="dk1"/>
              </a:buClr>
              <a:buSzPts val="2800"/>
              <a:buFont typeface="Urbanist Black"/>
              <a:buNone/>
              <a:defRPr sz="2800">
                <a:solidFill>
                  <a:schemeClr val="dk1"/>
                </a:solidFill>
                <a:latin typeface="Urbanist Black"/>
                <a:ea typeface="Urbanist Black"/>
                <a:cs typeface="Urbanist Black"/>
                <a:sym typeface="Urbanist Black"/>
              </a:defRPr>
            </a:lvl3pPr>
            <a:lvl4pPr lvl="3">
              <a:spcBef>
                <a:spcPts val="0"/>
              </a:spcBef>
              <a:spcAft>
                <a:spcPts val="0"/>
              </a:spcAft>
              <a:buClr>
                <a:schemeClr val="dk1"/>
              </a:buClr>
              <a:buSzPts val="2800"/>
              <a:buFont typeface="Urbanist Black"/>
              <a:buNone/>
              <a:defRPr sz="2800">
                <a:solidFill>
                  <a:schemeClr val="dk1"/>
                </a:solidFill>
                <a:latin typeface="Urbanist Black"/>
                <a:ea typeface="Urbanist Black"/>
                <a:cs typeface="Urbanist Black"/>
                <a:sym typeface="Urbanist Black"/>
              </a:defRPr>
            </a:lvl4pPr>
            <a:lvl5pPr lvl="4">
              <a:spcBef>
                <a:spcPts val="0"/>
              </a:spcBef>
              <a:spcAft>
                <a:spcPts val="0"/>
              </a:spcAft>
              <a:buClr>
                <a:schemeClr val="dk1"/>
              </a:buClr>
              <a:buSzPts val="2800"/>
              <a:buFont typeface="Urbanist Black"/>
              <a:buNone/>
              <a:defRPr sz="2800">
                <a:solidFill>
                  <a:schemeClr val="dk1"/>
                </a:solidFill>
                <a:latin typeface="Urbanist Black"/>
                <a:ea typeface="Urbanist Black"/>
                <a:cs typeface="Urbanist Black"/>
                <a:sym typeface="Urbanist Black"/>
              </a:defRPr>
            </a:lvl5pPr>
            <a:lvl6pPr lvl="5">
              <a:spcBef>
                <a:spcPts val="0"/>
              </a:spcBef>
              <a:spcAft>
                <a:spcPts val="0"/>
              </a:spcAft>
              <a:buClr>
                <a:schemeClr val="dk1"/>
              </a:buClr>
              <a:buSzPts val="2800"/>
              <a:buFont typeface="Urbanist Black"/>
              <a:buNone/>
              <a:defRPr sz="2800">
                <a:solidFill>
                  <a:schemeClr val="dk1"/>
                </a:solidFill>
                <a:latin typeface="Urbanist Black"/>
                <a:ea typeface="Urbanist Black"/>
                <a:cs typeface="Urbanist Black"/>
                <a:sym typeface="Urbanist Black"/>
              </a:defRPr>
            </a:lvl6pPr>
            <a:lvl7pPr lvl="6">
              <a:spcBef>
                <a:spcPts val="0"/>
              </a:spcBef>
              <a:spcAft>
                <a:spcPts val="0"/>
              </a:spcAft>
              <a:buClr>
                <a:schemeClr val="dk1"/>
              </a:buClr>
              <a:buSzPts val="2800"/>
              <a:buFont typeface="Urbanist Black"/>
              <a:buNone/>
              <a:defRPr sz="2800">
                <a:solidFill>
                  <a:schemeClr val="dk1"/>
                </a:solidFill>
                <a:latin typeface="Urbanist Black"/>
                <a:ea typeface="Urbanist Black"/>
                <a:cs typeface="Urbanist Black"/>
                <a:sym typeface="Urbanist Black"/>
              </a:defRPr>
            </a:lvl7pPr>
            <a:lvl8pPr lvl="7">
              <a:spcBef>
                <a:spcPts val="0"/>
              </a:spcBef>
              <a:spcAft>
                <a:spcPts val="0"/>
              </a:spcAft>
              <a:buClr>
                <a:schemeClr val="dk1"/>
              </a:buClr>
              <a:buSzPts val="2800"/>
              <a:buFont typeface="Urbanist Black"/>
              <a:buNone/>
              <a:defRPr sz="2800">
                <a:solidFill>
                  <a:schemeClr val="dk1"/>
                </a:solidFill>
                <a:latin typeface="Urbanist Black"/>
                <a:ea typeface="Urbanist Black"/>
                <a:cs typeface="Urbanist Black"/>
                <a:sym typeface="Urbanist Black"/>
              </a:defRPr>
            </a:lvl8pPr>
            <a:lvl9pPr lvl="8">
              <a:spcBef>
                <a:spcPts val="0"/>
              </a:spcBef>
              <a:spcAft>
                <a:spcPts val="0"/>
              </a:spcAft>
              <a:buClr>
                <a:schemeClr val="dk1"/>
              </a:buClr>
              <a:buSzPts val="2800"/>
              <a:buFont typeface="Urbanist Black"/>
              <a:buNone/>
              <a:defRPr sz="2800">
                <a:solidFill>
                  <a:schemeClr val="dk1"/>
                </a:solidFill>
                <a:latin typeface="Urbanist Black"/>
                <a:ea typeface="Urbanist Black"/>
                <a:cs typeface="Urbanist Black"/>
                <a:sym typeface="Urbanist Black"/>
              </a:defRPr>
            </a:lvl9pPr>
          </a:lstStyle>
          <a:p/>
        </p:txBody>
      </p:sp>
      <p:sp>
        <p:nvSpPr>
          <p:cNvPr id="2234" name="Google Shape;2234;p8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spcBef>
                <a:spcPts val="0"/>
              </a:spcBef>
              <a:spcAft>
                <a:spcPts val="0"/>
              </a:spcAft>
              <a:buClr>
                <a:schemeClr val="dk1"/>
              </a:buClr>
              <a:buSzPts val="1800"/>
              <a:buFont typeface="Urbanist"/>
              <a:buChar char="●"/>
              <a:defRPr sz="1800">
                <a:solidFill>
                  <a:schemeClr val="dk1"/>
                </a:solidFill>
                <a:latin typeface="Urbanist"/>
                <a:ea typeface="Urbanist"/>
                <a:cs typeface="Urbanist"/>
                <a:sym typeface="Urbanist"/>
              </a:defRPr>
            </a:lvl1pPr>
            <a:lvl2pPr indent="-317500" lvl="1" marL="914400">
              <a:spcBef>
                <a:spcPts val="0"/>
              </a:spcBef>
              <a:spcAft>
                <a:spcPts val="0"/>
              </a:spcAft>
              <a:buClr>
                <a:schemeClr val="dk1"/>
              </a:buClr>
              <a:buSzPts val="1400"/>
              <a:buFont typeface="Urbanist"/>
              <a:buChar char="○"/>
              <a:defRPr>
                <a:solidFill>
                  <a:schemeClr val="dk1"/>
                </a:solidFill>
                <a:latin typeface="Urbanist"/>
                <a:ea typeface="Urbanist"/>
                <a:cs typeface="Urbanist"/>
                <a:sym typeface="Urbanist"/>
              </a:defRPr>
            </a:lvl2pPr>
            <a:lvl3pPr indent="-317500" lvl="2" marL="1371600">
              <a:spcBef>
                <a:spcPts val="0"/>
              </a:spcBef>
              <a:spcAft>
                <a:spcPts val="0"/>
              </a:spcAft>
              <a:buClr>
                <a:schemeClr val="dk1"/>
              </a:buClr>
              <a:buSzPts val="1400"/>
              <a:buFont typeface="Urbanist"/>
              <a:buChar char="■"/>
              <a:defRPr>
                <a:solidFill>
                  <a:schemeClr val="dk1"/>
                </a:solidFill>
                <a:latin typeface="Urbanist"/>
                <a:ea typeface="Urbanist"/>
                <a:cs typeface="Urbanist"/>
                <a:sym typeface="Urbanist"/>
              </a:defRPr>
            </a:lvl3pPr>
            <a:lvl4pPr indent="-317500" lvl="3" marL="1828800">
              <a:spcBef>
                <a:spcPts val="0"/>
              </a:spcBef>
              <a:spcAft>
                <a:spcPts val="0"/>
              </a:spcAft>
              <a:buClr>
                <a:schemeClr val="dk1"/>
              </a:buClr>
              <a:buSzPts val="1400"/>
              <a:buFont typeface="Urbanist"/>
              <a:buChar char="●"/>
              <a:defRPr>
                <a:solidFill>
                  <a:schemeClr val="dk1"/>
                </a:solidFill>
                <a:latin typeface="Urbanist"/>
                <a:ea typeface="Urbanist"/>
                <a:cs typeface="Urbanist"/>
                <a:sym typeface="Urbanist"/>
              </a:defRPr>
            </a:lvl4pPr>
            <a:lvl5pPr indent="-317500" lvl="4" marL="2286000">
              <a:spcBef>
                <a:spcPts val="0"/>
              </a:spcBef>
              <a:spcAft>
                <a:spcPts val="0"/>
              </a:spcAft>
              <a:buClr>
                <a:schemeClr val="dk1"/>
              </a:buClr>
              <a:buSzPts val="1400"/>
              <a:buFont typeface="Urbanist"/>
              <a:buChar char="○"/>
              <a:defRPr>
                <a:solidFill>
                  <a:schemeClr val="dk1"/>
                </a:solidFill>
                <a:latin typeface="Urbanist"/>
                <a:ea typeface="Urbanist"/>
                <a:cs typeface="Urbanist"/>
                <a:sym typeface="Urbanist"/>
              </a:defRPr>
            </a:lvl5pPr>
            <a:lvl6pPr indent="-317500" lvl="5" marL="2743200">
              <a:spcBef>
                <a:spcPts val="0"/>
              </a:spcBef>
              <a:spcAft>
                <a:spcPts val="0"/>
              </a:spcAft>
              <a:buClr>
                <a:schemeClr val="dk1"/>
              </a:buClr>
              <a:buSzPts val="1400"/>
              <a:buFont typeface="Urbanist"/>
              <a:buChar char="■"/>
              <a:defRPr>
                <a:solidFill>
                  <a:schemeClr val="dk1"/>
                </a:solidFill>
                <a:latin typeface="Urbanist"/>
                <a:ea typeface="Urbanist"/>
                <a:cs typeface="Urbanist"/>
                <a:sym typeface="Urbanist"/>
              </a:defRPr>
            </a:lvl6pPr>
            <a:lvl7pPr indent="-317500" lvl="6" marL="3200400">
              <a:spcBef>
                <a:spcPts val="0"/>
              </a:spcBef>
              <a:spcAft>
                <a:spcPts val="0"/>
              </a:spcAft>
              <a:buClr>
                <a:schemeClr val="dk1"/>
              </a:buClr>
              <a:buSzPts val="1400"/>
              <a:buFont typeface="Urbanist"/>
              <a:buChar char="●"/>
              <a:defRPr>
                <a:solidFill>
                  <a:schemeClr val="dk1"/>
                </a:solidFill>
                <a:latin typeface="Urbanist"/>
                <a:ea typeface="Urbanist"/>
                <a:cs typeface="Urbanist"/>
                <a:sym typeface="Urbanist"/>
              </a:defRPr>
            </a:lvl7pPr>
            <a:lvl8pPr indent="-317500" lvl="7" marL="3657600">
              <a:spcBef>
                <a:spcPts val="0"/>
              </a:spcBef>
              <a:spcAft>
                <a:spcPts val="0"/>
              </a:spcAft>
              <a:buClr>
                <a:schemeClr val="dk1"/>
              </a:buClr>
              <a:buSzPts val="1400"/>
              <a:buFont typeface="Urbanist"/>
              <a:buChar char="○"/>
              <a:defRPr>
                <a:solidFill>
                  <a:schemeClr val="dk1"/>
                </a:solidFill>
                <a:latin typeface="Urbanist"/>
                <a:ea typeface="Urbanist"/>
                <a:cs typeface="Urbanist"/>
                <a:sym typeface="Urbanist"/>
              </a:defRPr>
            </a:lvl8pPr>
            <a:lvl9pPr indent="-317500" lvl="8" marL="4114800">
              <a:spcBef>
                <a:spcPts val="0"/>
              </a:spcBef>
              <a:spcAft>
                <a:spcPts val="0"/>
              </a:spcAft>
              <a:buClr>
                <a:schemeClr val="dk1"/>
              </a:buClr>
              <a:buSzPts val="1400"/>
              <a:buFont typeface="Urbanist"/>
              <a:buChar char="■"/>
              <a:defRPr>
                <a:solidFill>
                  <a:schemeClr val="dk1"/>
                </a:solidFill>
                <a:latin typeface="Urbanist"/>
                <a:ea typeface="Urbanist"/>
                <a:cs typeface="Urbanist"/>
                <a:sym typeface="Urbanist"/>
              </a:defRPr>
            </a:lvl9pPr>
          </a:lstStyle>
          <a:p/>
        </p:txBody>
      </p:sp>
      <p:sp>
        <p:nvSpPr>
          <p:cNvPr id="2235" name="Google Shape;2235;p8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 id="2147483754" r:id="rId25"/>
    <p:sldLayoutId id="2147483755" r:id="rId26"/>
    <p:sldLayoutId id="2147483756" r:id="rId27"/>
    <p:sldLayoutId id="2147483757" r:id="rId28"/>
    <p:sldLayoutId id="2147483758" r:id="rId29"/>
    <p:sldLayoutId id="2147483759" r:id="rId30"/>
    <p:sldLayoutId id="2147483760" r:id="rId31"/>
    <p:sldLayoutId id="2147483761" r:id="rId32"/>
    <p:sldLayoutId id="2147483762" r:id="rId33"/>
    <p:sldLayoutId id="2147483763" r:id="rId34"/>
    <p:sldLayoutId id="2147483764" r:id="rId35"/>
    <p:sldLayoutId id="2147483765" r:id="rId36"/>
    <p:sldLayoutId id="2147483766" r:id="rId3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0.xml"/><Relationship Id="rId2" Type="http://schemas.openxmlformats.org/officeDocument/2006/relationships/notesSlide" Target="../notesSlides/notesSlide10.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7" name="Shape 2637"/>
        <p:cNvGrpSpPr/>
        <p:nvPr/>
      </p:nvGrpSpPr>
      <p:grpSpPr>
        <a:xfrm>
          <a:off x="0" y="0"/>
          <a:ext cx="0" cy="0"/>
          <a:chOff x="0" y="0"/>
          <a:chExt cx="0" cy="0"/>
        </a:xfrm>
      </p:grpSpPr>
      <p:sp>
        <p:nvSpPr>
          <p:cNvPr id="2638" name="Google Shape;2638;p124"/>
          <p:cNvSpPr txBox="1"/>
          <p:nvPr>
            <p:ph idx="4294967295" type="ctrTitle"/>
          </p:nvPr>
        </p:nvSpPr>
        <p:spPr>
          <a:xfrm>
            <a:off x="311700" y="744575"/>
            <a:ext cx="4551600" cy="2886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SzPts val="990"/>
              <a:buNone/>
            </a:pPr>
            <a:r>
              <a:rPr lang="en" sz="3900"/>
              <a:t>Predicting Parking Blocks Occupancy in Seattle Using Machine Learning</a:t>
            </a:r>
            <a:endParaRPr sz="3900"/>
          </a:p>
        </p:txBody>
      </p:sp>
      <p:sp>
        <p:nvSpPr>
          <p:cNvPr id="2639" name="Google Shape;2639;p124"/>
          <p:cNvSpPr txBox="1"/>
          <p:nvPr>
            <p:ph idx="2" type="subTitle"/>
          </p:nvPr>
        </p:nvSpPr>
        <p:spPr>
          <a:xfrm>
            <a:off x="396525" y="3630575"/>
            <a:ext cx="3559500" cy="616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500">
                <a:solidFill>
                  <a:schemeClr val="dk1"/>
                </a:solidFill>
              </a:rPr>
              <a:t>Team Members:</a:t>
            </a:r>
            <a:r>
              <a:rPr lang="en" sz="1500">
                <a:solidFill>
                  <a:schemeClr val="dk1"/>
                </a:solidFill>
              </a:rPr>
              <a:t> </a:t>
            </a:r>
            <a:endParaRPr sz="15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500">
                <a:solidFill>
                  <a:schemeClr val="dk1"/>
                </a:solidFill>
              </a:rPr>
              <a:t>Raphael Ugboko, Cary Dill, Hank Lin</a:t>
            </a:r>
            <a:endParaRPr sz="15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endParaRPr>
          </a:p>
          <a:p>
            <a:pPr indent="0" lvl="0" marL="0" rtl="0" algn="l">
              <a:spcBef>
                <a:spcPts val="0"/>
              </a:spcBef>
              <a:spcAft>
                <a:spcPts val="0"/>
              </a:spcAft>
              <a:buNone/>
            </a:pPr>
            <a:r>
              <a:t/>
            </a:r>
            <a:endParaRPr sz="1800"/>
          </a:p>
        </p:txBody>
      </p:sp>
      <p:pic>
        <p:nvPicPr>
          <p:cNvPr id="2640" name="Google Shape;2640;p124" title="download (1).jpeg"/>
          <p:cNvPicPr preferRelativeResize="0"/>
          <p:nvPr/>
        </p:nvPicPr>
        <p:blipFill>
          <a:blip r:embed="rId3">
            <a:alphaModFix/>
          </a:blip>
          <a:stretch>
            <a:fillRect/>
          </a:stretch>
        </p:blipFill>
        <p:spPr>
          <a:xfrm>
            <a:off x="4863400" y="1210700"/>
            <a:ext cx="4089650" cy="3067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4" name="Shape 2644"/>
        <p:cNvGrpSpPr/>
        <p:nvPr/>
      </p:nvGrpSpPr>
      <p:grpSpPr>
        <a:xfrm>
          <a:off x="0" y="0"/>
          <a:ext cx="0" cy="0"/>
          <a:chOff x="0" y="0"/>
          <a:chExt cx="0" cy="0"/>
        </a:xfrm>
      </p:grpSpPr>
      <p:sp>
        <p:nvSpPr>
          <p:cNvPr id="2645" name="Google Shape;2645;p125"/>
          <p:cNvSpPr txBox="1"/>
          <p:nvPr>
            <p:ph type="title"/>
          </p:nvPr>
        </p:nvSpPr>
        <p:spPr>
          <a:xfrm>
            <a:off x="333925" y="587150"/>
            <a:ext cx="8475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783F04"/>
                </a:solidFill>
                <a:latin typeface="Lexend SemiBold"/>
                <a:ea typeface="Lexend SemiBold"/>
                <a:cs typeface="Lexend SemiBold"/>
                <a:sym typeface="Lexend SemiBold"/>
              </a:rPr>
              <a:t>Problem Definition &amp; Project Overview</a:t>
            </a:r>
            <a:endParaRPr>
              <a:solidFill>
                <a:srgbClr val="783F04"/>
              </a:solidFill>
              <a:latin typeface="Lexend SemiBold"/>
              <a:ea typeface="Lexend SemiBold"/>
              <a:cs typeface="Lexend SemiBold"/>
              <a:sym typeface="Lexend SemiBold"/>
            </a:endParaRPr>
          </a:p>
        </p:txBody>
      </p:sp>
      <p:sp>
        <p:nvSpPr>
          <p:cNvPr id="2646" name="Google Shape;2646;p125"/>
          <p:cNvSpPr txBox="1"/>
          <p:nvPr>
            <p:ph idx="1" type="body"/>
          </p:nvPr>
        </p:nvSpPr>
        <p:spPr>
          <a:xfrm>
            <a:off x="333925" y="1163150"/>
            <a:ext cx="8475600" cy="2376600"/>
          </a:xfrm>
          <a:prstGeom prst="rect">
            <a:avLst/>
          </a:prstGeom>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accent1"/>
                </a:solidFill>
                <a:latin typeface="Lexend"/>
                <a:ea typeface="Lexend"/>
                <a:cs typeface="Lexend"/>
                <a:sym typeface="Lexend"/>
              </a:rPr>
              <a:t>Seattle relies heavily on paid street parking, but the problem is that drivers often waste time searching for available spots. The overview of our project is to </a:t>
            </a:r>
            <a:r>
              <a:rPr b="1" lang="en" sz="1200">
                <a:solidFill>
                  <a:schemeClr val="accent1"/>
                </a:solidFill>
                <a:latin typeface="Lexend"/>
                <a:ea typeface="Lexend"/>
                <a:cs typeface="Lexend"/>
                <a:sym typeface="Lexend"/>
              </a:rPr>
              <a:t>predict whether a blockface will be full</a:t>
            </a:r>
            <a:r>
              <a:rPr lang="en" sz="1200">
                <a:solidFill>
                  <a:schemeClr val="accent1"/>
                </a:solidFill>
                <a:latin typeface="Lexend"/>
                <a:ea typeface="Lexend"/>
                <a:cs typeface="Lexend"/>
                <a:sym typeface="Lexend"/>
              </a:rPr>
              <a:t> at a specific time based on pricing, time, weather, and capacity.</a:t>
            </a:r>
            <a:endParaRPr sz="1200">
              <a:solidFill>
                <a:schemeClr val="accent1"/>
              </a:solidFill>
              <a:latin typeface="Lexend"/>
              <a:ea typeface="Lexend"/>
              <a:cs typeface="Lexend"/>
              <a:sym typeface="Lexend"/>
            </a:endParaRPr>
          </a:p>
          <a:p>
            <a:pPr indent="0" lvl="0" marL="0" rtl="0" algn="l">
              <a:lnSpc>
                <a:spcPct val="115000"/>
              </a:lnSpc>
              <a:spcBef>
                <a:spcPts val="1200"/>
              </a:spcBef>
              <a:spcAft>
                <a:spcPts val="0"/>
              </a:spcAft>
              <a:buNone/>
            </a:pPr>
            <a:r>
              <a:rPr b="1" lang="en" sz="1200">
                <a:solidFill>
                  <a:schemeClr val="accent1"/>
                </a:solidFill>
                <a:latin typeface="Lexend"/>
                <a:ea typeface="Lexend"/>
                <a:cs typeface="Lexend"/>
                <a:sym typeface="Lexend"/>
              </a:rPr>
              <a:t>Why the project is useful</a:t>
            </a:r>
            <a:endParaRPr b="1" sz="1200">
              <a:solidFill>
                <a:schemeClr val="accent1"/>
              </a:solidFill>
              <a:latin typeface="Lexend"/>
              <a:ea typeface="Lexend"/>
              <a:cs typeface="Lexend"/>
              <a:sym typeface="Lexend"/>
            </a:endParaRPr>
          </a:p>
          <a:p>
            <a:pPr indent="0" lvl="0" marL="0" rtl="0" algn="l">
              <a:lnSpc>
                <a:spcPct val="115000"/>
              </a:lnSpc>
              <a:spcBef>
                <a:spcPts val="0"/>
              </a:spcBef>
              <a:spcAft>
                <a:spcPts val="0"/>
              </a:spcAft>
              <a:buNone/>
            </a:pPr>
            <a:r>
              <a:rPr lang="en" sz="1200">
                <a:solidFill>
                  <a:schemeClr val="accent1"/>
                </a:solidFill>
                <a:latin typeface="Lexend"/>
                <a:ea typeface="Lexend"/>
                <a:cs typeface="Lexend"/>
                <a:sym typeface="Lexend"/>
              </a:rPr>
              <a:t>Our predictions will achieve the following</a:t>
            </a:r>
            <a:r>
              <a:rPr b="1" lang="en" sz="1200">
                <a:solidFill>
                  <a:schemeClr val="accent1"/>
                </a:solidFill>
                <a:latin typeface="Lexend"/>
                <a:ea typeface="Lexend"/>
                <a:cs typeface="Lexend"/>
                <a:sym typeface="Lexend"/>
              </a:rPr>
              <a:t>:</a:t>
            </a:r>
            <a:endParaRPr sz="1200">
              <a:solidFill>
                <a:schemeClr val="accent1"/>
              </a:solidFill>
              <a:latin typeface="Lexend"/>
              <a:ea typeface="Lexend"/>
              <a:cs typeface="Lexend"/>
              <a:sym typeface="Lexend"/>
            </a:endParaRPr>
          </a:p>
          <a:p>
            <a:pPr indent="-304800" lvl="0" marL="457200" rtl="0" algn="l">
              <a:lnSpc>
                <a:spcPct val="115000"/>
              </a:lnSpc>
              <a:spcBef>
                <a:spcPts val="0"/>
              </a:spcBef>
              <a:spcAft>
                <a:spcPts val="0"/>
              </a:spcAft>
              <a:buClr>
                <a:schemeClr val="accent1"/>
              </a:buClr>
              <a:buSzPts val="1200"/>
              <a:buFont typeface="Lexend"/>
              <a:buChar char="●"/>
            </a:pPr>
            <a:r>
              <a:rPr lang="en" sz="1200">
                <a:solidFill>
                  <a:schemeClr val="accent1"/>
                </a:solidFill>
                <a:latin typeface="Lexend"/>
                <a:ea typeface="Lexend"/>
                <a:cs typeface="Lexend"/>
                <a:sym typeface="Lexend"/>
              </a:rPr>
              <a:t>Help to optimize parking guidance systems</a:t>
            </a:r>
            <a:endParaRPr sz="1200">
              <a:solidFill>
                <a:schemeClr val="accent1"/>
              </a:solidFill>
              <a:latin typeface="Lexend"/>
              <a:ea typeface="Lexend"/>
              <a:cs typeface="Lexend"/>
              <a:sym typeface="Lexend"/>
            </a:endParaRPr>
          </a:p>
          <a:p>
            <a:pPr indent="-304800" lvl="0" marL="457200" rtl="0" algn="l">
              <a:lnSpc>
                <a:spcPct val="115000"/>
              </a:lnSpc>
              <a:spcBef>
                <a:spcPts val="0"/>
              </a:spcBef>
              <a:spcAft>
                <a:spcPts val="0"/>
              </a:spcAft>
              <a:buClr>
                <a:schemeClr val="accent1"/>
              </a:buClr>
              <a:buSzPts val="1200"/>
              <a:buFont typeface="Lexend"/>
              <a:buChar char="●"/>
            </a:pPr>
            <a:r>
              <a:rPr lang="en" sz="1200">
                <a:solidFill>
                  <a:schemeClr val="accent1"/>
                </a:solidFill>
                <a:latin typeface="Lexend"/>
                <a:ea typeface="Lexend"/>
                <a:cs typeface="Lexend"/>
                <a:sym typeface="Lexend"/>
              </a:rPr>
              <a:t>Reduce congestion and emissions</a:t>
            </a:r>
            <a:endParaRPr sz="1200">
              <a:solidFill>
                <a:schemeClr val="accent1"/>
              </a:solidFill>
              <a:latin typeface="Lexend"/>
              <a:ea typeface="Lexend"/>
              <a:cs typeface="Lexend"/>
              <a:sym typeface="Lexend"/>
            </a:endParaRPr>
          </a:p>
          <a:p>
            <a:pPr indent="-304800" lvl="0" marL="457200" rtl="0" algn="l">
              <a:lnSpc>
                <a:spcPct val="115000"/>
              </a:lnSpc>
              <a:spcBef>
                <a:spcPts val="0"/>
              </a:spcBef>
              <a:spcAft>
                <a:spcPts val="0"/>
              </a:spcAft>
              <a:buClr>
                <a:schemeClr val="accent1"/>
              </a:buClr>
              <a:buSzPts val="1200"/>
              <a:buFont typeface="Lexend"/>
              <a:buChar char="●"/>
            </a:pPr>
            <a:r>
              <a:rPr lang="en" sz="1200">
                <a:solidFill>
                  <a:schemeClr val="accent1"/>
                </a:solidFill>
                <a:latin typeface="Lexend"/>
                <a:ea typeface="Lexend"/>
                <a:cs typeface="Lexend"/>
                <a:sym typeface="Lexend"/>
              </a:rPr>
              <a:t>Support city decision-making for pricing and zoning</a:t>
            </a:r>
            <a:endParaRPr sz="1200">
              <a:solidFill>
                <a:schemeClr val="accent1"/>
              </a:solidFill>
              <a:latin typeface="Lexend"/>
              <a:ea typeface="Lexend"/>
              <a:cs typeface="Lexend"/>
              <a:sym typeface="Lexend"/>
            </a:endParaRPr>
          </a:p>
          <a:p>
            <a:pPr indent="0" lvl="0" marL="0" rtl="0" algn="l">
              <a:lnSpc>
                <a:spcPct val="115000"/>
              </a:lnSpc>
              <a:spcBef>
                <a:spcPts val="1200"/>
              </a:spcBef>
              <a:spcAft>
                <a:spcPts val="1200"/>
              </a:spcAft>
              <a:buNone/>
            </a:pPr>
            <a:r>
              <a:t/>
            </a:r>
            <a:endParaRPr sz="1200">
              <a:solidFill>
                <a:schemeClr val="accent1"/>
              </a:solidFill>
              <a:highlight>
                <a:schemeClr val="lt1"/>
              </a:highlight>
              <a:latin typeface="Lexend"/>
              <a:ea typeface="Lexend"/>
              <a:cs typeface="Lexend"/>
              <a:sym typeface="Lexend"/>
            </a:endParaRPr>
          </a:p>
        </p:txBody>
      </p:sp>
      <p:sp>
        <p:nvSpPr>
          <p:cNvPr id="2647" name="Google Shape;2647;p125"/>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Lexend SemiBold"/>
                <a:ea typeface="Lexend SemiBold"/>
                <a:cs typeface="Lexend SemiBold"/>
                <a:sym typeface="Lexend SemiBold"/>
              </a:rPr>
              <a:t>‹#›</a:t>
            </a:fld>
            <a:endParaRPr>
              <a:latin typeface="Lexend SemiBold"/>
              <a:ea typeface="Lexend SemiBold"/>
              <a:cs typeface="Lexend SemiBold"/>
              <a:sym typeface="Lexend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1" name="Shape 2651"/>
        <p:cNvGrpSpPr/>
        <p:nvPr/>
      </p:nvGrpSpPr>
      <p:grpSpPr>
        <a:xfrm>
          <a:off x="0" y="0"/>
          <a:ext cx="0" cy="0"/>
          <a:chOff x="0" y="0"/>
          <a:chExt cx="0" cy="0"/>
        </a:xfrm>
      </p:grpSpPr>
      <p:sp>
        <p:nvSpPr>
          <p:cNvPr id="2652" name="Google Shape;2652;p126"/>
          <p:cNvSpPr txBox="1"/>
          <p:nvPr>
            <p:ph type="title"/>
          </p:nvPr>
        </p:nvSpPr>
        <p:spPr>
          <a:xfrm>
            <a:off x="333925" y="587150"/>
            <a:ext cx="8475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783F04"/>
                </a:solidFill>
                <a:latin typeface="Lexend SemiBold"/>
                <a:ea typeface="Lexend SemiBold"/>
                <a:cs typeface="Lexend SemiBold"/>
                <a:sym typeface="Lexend SemiBold"/>
              </a:rPr>
              <a:t>Summary of CP1 → CP2 → CP3 progress</a:t>
            </a:r>
            <a:endParaRPr sz="2400">
              <a:solidFill>
                <a:srgbClr val="783F04"/>
              </a:solidFill>
              <a:latin typeface="Lexend SemiBold"/>
              <a:ea typeface="Lexend SemiBold"/>
              <a:cs typeface="Lexend SemiBold"/>
              <a:sym typeface="Lexend SemiBold"/>
            </a:endParaRPr>
          </a:p>
        </p:txBody>
      </p:sp>
      <p:sp>
        <p:nvSpPr>
          <p:cNvPr id="2653" name="Google Shape;2653;p126"/>
          <p:cNvSpPr txBox="1"/>
          <p:nvPr>
            <p:ph idx="1" type="body"/>
          </p:nvPr>
        </p:nvSpPr>
        <p:spPr>
          <a:xfrm>
            <a:off x="333925" y="1163150"/>
            <a:ext cx="8475600" cy="3167700"/>
          </a:xfrm>
          <a:prstGeom prst="rect">
            <a:avLst/>
          </a:prstGeom>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200">
                <a:solidFill>
                  <a:srgbClr val="B45F06"/>
                </a:solidFill>
                <a:latin typeface="Lexend"/>
                <a:ea typeface="Lexend"/>
                <a:cs typeface="Lexend"/>
                <a:sym typeface="Lexend"/>
              </a:rPr>
              <a:t>CP1 – Data Understanding &amp; Framing the Problem</a:t>
            </a:r>
            <a:endParaRPr b="1" sz="1200">
              <a:solidFill>
                <a:srgbClr val="B45F06"/>
              </a:solidFill>
              <a:latin typeface="Lexend"/>
              <a:ea typeface="Lexend"/>
              <a:cs typeface="Lexend"/>
              <a:sym typeface="Lexend"/>
            </a:endParaRPr>
          </a:p>
          <a:p>
            <a:pPr indent="-304800" lvl="0" marL="457200" rtl="0" algn="l">
              <a:lnSpc>
                <a:spcPct val="115000"/>
              </a:lnSpc>
              <a:spcBef>
                <a:spcPts val="400"/>
              </a:spcBef>
              <a:spcAft>
                <a:spcPts val="0"/>
              </a:spcAft>
              <a:buClr>
                <a:schemeClr val="accent1"/>
              </a:buClr>
              <a:buSzPts val="1200"/>
              <a:buFont typeface="Arial"/>
              <a:buChar char="●"/>
            </a:pPr>
            <a:r>
              <a:rPr lang="en" sz="1200">
                <a:solidFill>
                  <a:schemeClr val="accent1"/>
                </a:solidFill>
                <a:latin typeface="Lexend"/>
                <a:ea typeface="Lexend"/>
                <a:cs typeface="Lexend"/>
                <a:sym typeface="Lexend"/>
              </a:rPr>
              <a:t>Selected the </a:t>
            </a:r>
            <a:r>
              <a:rPr b="1" lang="en" sz="1200">
                <a:solidFill>
                  <a:schemeClr val="accent1"/>
                </a:solidFill>
                <a:latin typeface="Lexend"/>
                <a:ea typeface="Lexend"/>
                <a:cs typeface="Lexend"/>
                <a:sym typeface="Lexend"/>
              </a:rPr>
              <a:t>Seattle Parking Dataset</a:t>
            </a:r>
            <a:r>
              <a:rPr lang="en" sz="1200">
                <a:solidFill>
                  <a:schemeClr val="accent1"/>
                </a:solidFill>
                <a:latin typeface="Lexend"/>
                <a:ea typeface="Lexend"/>
                <a:cs typeface="Lexend"/>
                <a:sym typeface="Lexend"/>
              </a:rPr>
              <a:t> and defined the prediction target (</a:t>
            </a:r>
            <a:r>
              <a:rPr lang="en" sz="1200">
                <a:solidFill>
                  <a:srgbClr val="188038"/>
                </a:solidFill>
                <a:latin typeface="Lexend"/>
                <a:ea typeface="Lexend"/>
                <a:cs typeface="Lexend"/>
                <a:sym typeface="Lexend"/>
              </a:rPr>
              <a:t>is_full</a:t>
            </a:r>
            <a:r>
              <a:rPr lang="en" sz="1200">
                <a:solidFill>
                  <a:schemeClr val="accent1"/>
                </a:solidFill>
                <a:latin typeface="Lexend"/>
                <a:ea typeface="Lexend"/>
                <a:cs typeface="Lexend"/>
                <a:sym typeface="Lexend"/>
              </a:rPr>
              <a:t>).</a:t>
            </a:r>
            <a:endParaRPr sz="1200">
              <a:solidFill>
                <a:schemeClr val="accent1"/>
              </a:solidFill>
              <a:latin typeface="Lexend"/>
              <a:ea typeface="Lexend"/>
              <a:cs typeface="Lexend"/>
              <a:sym typeface="Lexend"/>
            </a:endParaRPr>
          </a:p>
          <a:p>
            <a:pPr indent="-304800" lvl="0" marL="457200" rtl="0" algn="l">
              <a:lnSpc>
                <a:spcPct val="115000"/>
              </a:lnSpc>
              <a:spcBef>
                <a:spcPts val="0"/>
              </a:spcBef>
              <a:spcAft>
                <a:spcPts val="0"/>
              </a:spcAft>
              <a:buClr>
                <a:schemeClr val="accent1"/>
              </a:buClr>
              <a:buSzPts val="1200"/>
              <a:buFont typeface="Lexend"/>
              <a:buChar char="●"/>
            </a:pPr>
            <a:r>
              <a:rPr lang="en" sz="1200">
                <a:solidFill>
                  <a:schemeClr val="accent1"/>
                </a:solidFill>
                <a:latin typeface="Lexend"/>
                <a:ea typeface="Lexend"/>
                <a:cs typeface="Lexend"/>
                <a:sym typeface="Lexend"/>
              </a:rPr>
              <a:t>Conducted initial EDA to understand variables, time patterns, and data limitations.</a:t>
            </a:r>
            <a:endParaRPr sz="1200">
              <a:solidFill>
                <a:schemeClr val="accent1"/>
              </a:solidFill>
              <a:latin typeface="Lexend"/>
              <a:ea typeface="Lexend"/>
              <a:cs typeface="Lexend"/>
              <a:sym typeface="Lexend"/>
            </a:endParaRPr>
          </a:p>
          <a:p>
            <a:pPr indent="-304800" lvl="0" marL="457200" rtl="0" algn="l">
              <a:lnSpc>
                <a:spcPct val="115000"/>
              </a:lnSpc>
              <a:spcBef>
                <a:spcPts val="0"/>
              </a:spcBef>
              <a:spcAft>
                <a:spcPts val="0"/>
              </a:spcAft>
              <a:buClr>
                <a:schemeClr val="accent1"/>
              </a:buClr>
              <a:buSzPts val="1200"/>
              <a:buFont typeface="Arial"/>
              <a:buChar char="●"/>
            </a:pPr>
            <a:r>
              <a:rPr lang="en" sz="1200">
                <a:solidFill>
                  <a:schemeClr val="accent1"/>
                </a:solidFill>
                <a:latin typeface="Lexend"/>
                <a:ea typeface="Lexend"/>
                <a:cs typeface="Lexend"/>
                <a:sym typeface="Lexend"/>
              </a:rPr>
              <a:t>Established the </a:t>
            </a:r>
            <a:r>
              <a:rPr b="1" lang="en" sz="1200">
                <a:solidFill>
                  <a:schemeClr val="accent1"/>
                </a:solidFill>
                <a:latin typeface="Lexend"/>
                <a:ea typeface="Lexend"/>
                <a:cs typeface="Lexend"/>
                <a:sym typeface="Lexend"/>
              </a:rPr>
              <a:t>binary classification</a:t>
            </a:r>
            <a:r>
              <a:rPr lang="en" sz="1200">
                <a:solidFill>
                  <a:schemeClr val="accent1"/>
                </a:solidFill>
                <a:latin typeface="Lexend"/>
                <a:ea typeface="Lexend"/>
                <a:cs typeface="Lexend"/>
                <a:sym typeface="Lexend"/>
              </a:rPr>
              <a:t> framing for predicting full parking blocks.</a:t>
            </a:r>
            <a:endParaRPr sz="1200">
              <a:solidFill>
                <a:schemeClr val="accent1"/>
              </a:solidFill>
              <a:latin typeface="Lexend"/>
              <a:ea typeface="Lexend"/>
              <a:cs typeface="Lexend"/>
              <a:sym typeface="Lexend"/>
            </a:endParaRPr>
          </a:p>
          <a:p>
            <a:pPr indent="0" lvl="0" marL="0" rtl="0" algn="l">
              <a:lnSpc>
                <a:spcPct val="115000"/>
              </a:lnSpc>
              <a:spcBef>
                <a:spcPts val="1400"/>
              </a:spcBef>
              <a:spcAft>
                <a:spcPts val="0"/>
              </a:spcAft>
              <a:buNone/>
            </a:pPr>
            <a:r>
              <a:rPr b="1" lang="en" sz="1200">
                <a:solidFill>
                  <a:srgbClr val="B45F06"/>
                </a:solidFill>
                <a:latin typeface="Lexend"/>
                <a:ea typeface="Lexend"/>
                <a:cs typeface="Lexend"/>
                <a:sym typeface="Lexend"/>
              </a:rPr>
              <a:t>CP2 – Baseline Modeling</a:t>
            </a:r>
            <a:endParaRPr b="1" sz="1200">
              <a:solidFill>
                <a:srgbClr val="B45F06"/>
              </a:solidFill>
              <a:latin typeface="Lexend"/>
              <a:ea typeface="Lexend"/>
              <a:cs typeface="Lexend"/>
              <a:sym typeface="Lexend"/>
            </a:endParaRPr>
          </a:p>
          <a:p>
            <a:pPr indent="-304800" lvl="0" marL="457200" rtl="0" algn="l">
              <a:lnSpc>
                <a:spcPct val="115000"/>
              </a:lnSpc>
              <a:spcBef>
                <a:spcPts val="400"/>
              </a:spcBef>
              <a:spcAft>
                <a:spcPts val="0"/>
              </a:spcAft>
              <a:buClr>
                <a:schemeClr val="accent1"/>
              </a:buClr>
              <a:buSzPts val="1200"/>
              <a:buFont typeface="Arial"/>
              <a:buChar char="●"/>
            </a:pPr>
            <a:r>
              <a:rPr lang="en" sz="1200">
                <a:solidFill>
                  <a:schemeClr val="accent1"/>
                </a:solidFill>
                <a:latin typeface="Lexend"/>
                <a:ea typeface="Lexend"/>
                <a:cs typeface="Lexend"/>
                <a:sym typeface="Lexend"/>
              </a:rPr>
              <a:t>Built the first predictive model using </a:t>
            </a:r>
            <a:r>
              <a:rPr b="1" lang="en" sz="1200">
                <a:solidFill>
                  <a:schemeClr val="accent1"/>
                </a:solidFill>
                <a:latin typeface="Lexend"/>
                <a:ea typeface="Lexend"/>
                <a:cs typeface="Lexend"/>
                <a:sym typeface="Lexend"/>
              </a:rPr>
              <a:t>Logistic Regression</a:t>
            </a:r>
            <a:r>
              <a:rPr lang="en" sz="1200">
                <a:solidFill>
                  <a:schemeClr val="accent1"/>
                </a:solidFill>
                <a:latin typeface="Lexend"/>
                <a:ea typeface="Lexend"/>
                <a:cs typeface="Lexend"/>
                <a:sym typeface="Lexend"/>
              </a:rPr>
              <a:t>.</a:t>
            </a:r>
            <a:endParaRPr sz="1200">
              <a:solidFill>
                <a:schemeClr val="accent1"/>
              </a:solidFill>
              <a:latin typeface="Lexend"/>
              <a:ea typeface="Lexend"/>
              <a:cs typeface="Lexend"/>
              <a:sym typeface="Lexend"/>
            </a:endParaRPr>
          </a:p>
          <a:p>
            <a:pPr indent="-304800" lvl="0" marL="457200" rtl="0" algn="l">
              <a:lnSpc>
                <a:spcPct val="115000"/>
              </a:lnSpc>
              <a:spcBef>
                <a:spcPts val="0"/>
              </a:spcBef>
              <a:spcAft>
                <a:spcPts val="0"/>
              </a:spcAft>
              <a:buClr>
                <a:schemeClr val="accent1"/>
              </a:buClr>
              <a:buSzPts val="1200"/>
              <a:buFont typeface="Lexend"/>
              <a:buChar char="●"/>
            </a:pPr>
            <a:r>
              <a:rPr lang="en" sz="1200">
                <a:solidFill>
                  <a:schemeClr val="accent1"/>
                </a:solidFill>
                <a:latin typeface="Lexend"/>
                <a:ea typeface="Lexend"/>
                <a:cs typeface="Lexend"/>
                <a:sym typeface="Lexend"/>
              </a:rPr>
              <a:t>Engineered time, weather, and parking features.</a:t>
            </a:r>
            <a:endParaRPr sz="1200">
              <a:solidFill>
                <a:schemeClr val="accent1"/>
              </a:solidFill>
              <a:latin typeface="Lexend"/>
              <a:ea typeface="Lexend"/>
              <a:cs typeface="Lexend"/>
              <a:sym typeface="Lexend"/>
            </a:endParaRPr>
          </a:p>
          <a:p>
            <a:pPr indent="-304800" lvl="0" marL="457200" rtl="0" algn="l">
              <a:lnSpc>
                <a:spcPct val="115000"/>
              </a:lnSpc>
              <a:spcBef>
                <a:spcPts val="0"/>
              </a:spcBef>
              <a:spcAft>
                <a:spcPts val="0"/>
              </a:spcAft>
              <a:buClr>
                <a:schemeClr val="accent1"/>
              </a:buClr>
              <a:buSzPts val="1200"/>
              <a:buFont typeface="Arial"/>
              <a:buChar char="●"/>
            </a:pPr>
            <a:r>
              <a:rPr lang="en" sz="1200">
                <a:solidFill>
                  <a:schemeClr val="accent1"/>
                </a:solidFill>
                <a:latin typeface="Lexend"/>
                <a:ea typeface="Lexend"/>
                <a:cs typeface="Lexend"/>
                <a:sym typeface="Lexend"/>
              </a:rPr>
              <a:t>Evaluated baseline performance using a </a:t>
            </a:r>
            <a:r>
              <a:rPr b="1" lang="en" sz="1200">
                <a:solidFill>
                  <a:schemeClr val="accent1"/>
                </a:solidFill>
                <a:latin typeface="Lexend"/>
                <a:ea typeface="Lexend"/>
                <a:cs typeface="Lexend"/>
                <a:sym typeface="Lexend"/>
              </a:rPr>
              <a:t>train-test split</a:t>
            </a:r>
            <a:r>
              <a:rPr lang="en" sz="1200">
                <a:solidFill>
                  <a:schemeClr val="accent1"/>
                </a:solidFill>
                <a:latin typeface="Lexend"/>
                <a:ea typeface="Lexend"/>
                <a:cs typeface="Lexend"/>
                <a:sym typeface="Lexend"/>
              </a:rPr>
              <a:t> and computed first test error rate.</a:t>
            </a:r>
            <a:endParaRPr sz="1200">
              <a:solidFill>
                <a:schemeClr val="accent1"/>
              </a:solidFill>
              <a:latin typeface="Lexend"/>
              <a:ea typeface="Lexend"/>
              <a:cs typeface="Lexend"/>
              <a:sym typeface="Lexend"/>
            </a:endParaRPr>
          </a:p>
          <a:p>
            <a:pPr indent="0" lvl="0" marL="0" rtl="0" algn="l">
              <a:lnSpc>
                <a:spcPct val="115000"/>
              </a:lnSpc>
              <a:spcBef>
                <a:spcPts val="1400"/>
              </a:spcBef>
              <a:spcAft>
                <a:spcPts val="0"/>
              </a:spcAft>
              <a:buNone/>
            </a:pPr>
            <a:r>
              <a:rPr b="1" lang="en" sz="1200">
                <a:solidFill>
                  <a:srgbClr val="B45F06"/>
                </a:solidFill>
                <a:latin typeface="Lexend"/>
                <a:ea typeface="Lexend"/>
                <a:cs typeface="Lexend"/>
                <a:sym typeface="Lexend"/>
              </a:rPr>
              <a:t>CP3 – Benchmarking With Alternative Models</a:t>
            </a:r>
            <a:endParaRPr b="1" sz="1200">
              <a:solidFill>
                <a:srgbClr val="B45F06"/>
              </a:solidFill>
              <a:latin typeface="Lexend"/>
              <a:ea typeface="Lexend"/>
              <a:cs typeface="Lexend"/>
              <a:sym typeface="Lexend"/>
            </a:endParaRPr>
          </a:p>
          <a:p>
            <a:pPr indent="-304800" lvl="0" marL="457200" rtl="0" algn="l">
              <a:lnSpc>
                <a:spcPct val="115000"/>
              </a:lnSpc>
              <a:spcBef>
                <a:spcPts val="0"/>
              </a:spcBef>
              <a:spcAft>
                <a:spcPts val="0"/>
              </a:spcAft>
              <a:buClr>
                <a:schemeClr val="accent1"/>
              </a:buClr>
              <a:buSzPts val="1200"/>
              <a:buFont typeface="Arial"/>
              <a:buChar char="●"/>
            </a:pPr>
            <a:r>
              <a:rPr lang="en" sz="1200">
                <a:solidFill>
                  <a:schemeClr val="accent1"/>
                </a:solidFill>
                <a:latin typeface="Lexend"/>
                <a:ea typeface="Lexend"/>
                <a:cs typeface="Lexend"/>
                <a:sym typeface="Lexend"/>
              </a:rPr>
              <a:t>Implemented and compared </a:t>
            </a:r>
            <a:r>
              <a:rPr b="1" lang="en" sz="1200">
                <a:solidFill>
                  <a:schemeClr val="accent1"/>
                </a:solidFill>
                <a:latin typeface="Lexend"/>
                <a:ea typeface="Lexend"/>
                <a:cs typeface="Lexend"/>
                <a:sym typeface="Lexend"/>
              </a:rPr>
              <a:t>Decision Tree</a:t>
            </a:r>
            <a:r>
              <a:rPr lang="en" sz="1200">
                <a:solidFill>
                  <a:schemeClr val="accent1"/>
                </a:solidFill>
                <a:latin typeface="Lexend"/>
                <a:ea typeface="Lexend"/>
                <a:cs typeface="Lexend"/>
                <a:sym typeface="Lexend"/>
              </a:rPr>
              <a:t> and </a:t>
            </a:r>
            <a:r>
              <a:rPr b="1" lang="en" sz="1200">
                <a:solidFill>
                  <a:schemeClr val="accent1"/>
                </a:solidFill>
                <a:latin typeface="Lexend"/>
                <a:ea typeface="Lexend"/>
                <a:cs typeface="Lexend"/>
                <a:sym typeface="Lexend"/>
              </a:rPr>
              <a:t>Random Forest</a:t>
            </a:r>
            <a:r>
              <a:rPr lang="en" sz="1200">
                <a:solidFill>
                  <a:schemeClr val="accent1"/>
                </a:solidFill>
                <a:latin typeface="Lexend"/>
                <a:ea typeface="Lexend"/>
                <a:cs typeface="Lexend"/>
                <a:sym typeface="Lexend"/>
              </a:rPr>
              <a:t> models.</a:t>
            </a:r>
            <a:endParaRPr sz="1200">
              <a:solidFill>
                <a:schemeClr val="accent1"/>
              </a:solidFill>
              <a:latin typeface="Lexend"/>
              <a:ea typeface="Lexend"/>
              <a:cs typeface="Lexend"/>
              <a:sym typeface="Lexend"/>
            </a:endParaRPr>
          </a:p>
          <a:p>
            <a:pPr indent="-304800" lvl="0" marL="457200" rtl="0" algn="l">
              <a:lnSpc>
                <a:spcPct val="115000"/>
              </a:lnSpc>
              <a:spcBef>
                <a:spcPts val="0"/>
              </a:spcBef>
              <a:spcAft>
                <a:spcPts val="0"/>
              </a:spcAft>
              <a:buClr>
                <a:schemeClr val="accent1"/>
              </a:buClr>
              <a:buSzPts val="1200"/>
              <a:buFont typeface="Lexend"/>
              <a:buChar char="●"/>
            </a:pPr>
            <a:r>
              <a:rPr lang="en" sz="1200">
                <a:solidFill>
                  <a:schemeClr val="accent1"/>
                </a:solidFill>
                <a:latin typeface="Lexend"/>
                <a:ea typeface="Lexend"/>
                <a:cs typeface="Lexend"/>
                <a:sym typeface="Lexend"/>
              </a:rPr>
              <a:t>Benchmarked against Logistic Regression using consistent test error estimation.</a:t>
            </a:r>
            <a:endParaRPr sz="1200">
              <a:solidFill>
                <a:schemeClr val="accent1"/>
              </a:solidFill>
              <a:latin typeface="Lexend"/>
              <a:ea typeface="Lexend"/>
              <a:cs typeface="Lexend"/>
              <a:sym typeface="Lexend"/>
            </a:endParaRPr>
          </a:p>
          <a:p>
            <a:pPr indent="-304800" lvl="0" marL="457200" rtl="0" algn="l">
              <a:lnSpc>
                <a:spcPct val="115000"/>
              </a:lnSpc>
              <a:spcBef>
                <a:spcPts val="0"/>
              </a:spcBef>
              <a:spcAft>
                <a:spcPts val="0"/>
              </a:spcAft>
              <a:buClr>
                <a:schemeClr val="accent1"/>
              </a:buClr>
              <a:buSzPts val="1200"/>
              <a:buFont typeface="Lexend"/>
              <a:buChar char="●"/>
            </a:pPr>
            <a:r>
              <a:rPr lang="en" sz="1200">
                <a:solidFill>
                  <a:schemeClr val="accent1"/>
                </a:solidFill>
                <a:latin typeface="Lexend"/>
                <a:ea typeface="Lexend"/>
                <a:cs typeface="Lexend"/>
                <a:sym typeface="Lexend"/>
              </a:rPr>
              <a:t>Generated predictions for three example scenarios and compared models side-by-side.</a:t>
            </a:r>
            <a:endParaRPr sz="1200">
              <a:solidFill>
                <a:schemeClr val="accent1"/>
              </a:solidFill>
              <a:latin typeface="Lexend"/>
              <a:ea typeface="Lexend"/>
              <a:cs typeface="Lexend"/>
              <a:sym typeface="Lexend"/>
            </a:endParaRPr>
          </a:p>
        </p:txBody>
      </p:sp>
      <p:sp>
        <p:nvSpPr>
          <p:cNvPr id="2654" name="Google Shape;2654;p126"/>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Lexend SemiBold"/>
                <a:ea typeface="Lexend SemiBold"/>
                <a:cs typeface="Lexend SemiBold"/>
                <a:sym typeface="Lexend SemiBold"/>
              </a:rPr>
              <a:t>‹#›</a:t>
            </a:fld>
            <a:endParaRPr>
              <a:latin typeface="Lexend SemiBold"/>
              <a:ea typeface="Lexend SemiBold"/>
              <a:cs typeface="Lexend SemiBold"/>
              <a:sym typeface="Lexend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8" name="Shape 2658"/>
        <p:cNvGrpSpPr/>
        <p:nvPr/>
      </p:nvGrpSpPr>
      <p:grpSpPr>
        <a:xfrm>
          <a:off x="0" y="0"/>
          <a:ext cx="0" cy="0"/>
          <a:chOff x="0" y="0"/>
          <a:chExt cx="0" cy="0"/>
        </a:xfrm>
      </p:grpSpPr>
      <p:sp>
        <p:nvSpPr>
          <p:cNvPr id="2659" name="Google Shape;2659;p127"/>
          <p:cNvSpPr txBox="1"/>
          <p:nvPr>
            <p:ph type="title"/>
          </p:nvPr>
        </p:nvSpPr>
        <p:spPr>
          <a:xfrm>
            <a:off x="333925" y="587150"/>
            <a:ext cx="8475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783F04"/>
                </a:solidFill>
                <a:latin typeface="Lexend SemiBold"/>
                <a:ea typeface="Lexend SemiBold"/>
                <a:cs typeface="Lexend SemiBold"/>
                <a:sym typeface="Lexend SemiBold"/>
              </a:rPr>
              <a:t>Dataset &amp; Exploratory Data Analysis (EDA)</a:t>
            </a:r>
            <a:endParaRPr sz="2400">
              <a:solidFill>
                <a:srgbClr val="783F04"/>
              </a:solidFill>
              <a:latin typeface="Lexend SemiBold"/>
              <a:ea typeface="Lexend SemiBold"/>
              <a:cs typeface="Lexend SemiBold"/>
              <a:sym typeface="Lexend SemiBold"/>
            </a:endParaRPr>
          </a:p>
        </p:txBody>
      </p:sp>
      <p:sp>
        <p:nvSpPr>
          <p:cNvPr id="2660" name="Google Shape;2660;p127"/>
          <p:cNvSpPr txBox="1"/>
          <p:nvPr>
            <p:ph idx="1" type="body"/>
          </p:nvPr>
        </p:nvSpPr>
        <p:spPr>
          <a:xfrm>
            <a:off x="333925" y="1163150"/>
            <a:ext cx="5125800" cy="3250800"/>
          </a:xfrm>
          <a:prstGeom prst="rect">
            <a:avLst/>
          </a:prstGeom>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chemeClr val="accent1"/>
                </a:solidFill>
                <a:latin typeface="Lexend"/>
                <a:ea typeface="Lexend"/>
                <a:cs typeface="Lexend"/>
                <a:sym typeface="Lexend"/>
              </a:rPr>
              <a:t>We used the Seattle Parking Dataset hosted by Arundhati-vt on Kaggle and it had a size of 50.61 GB and had 56 CSV files.</a:t>
            </a:r>
            <a:endParaRPr sz="1200">
              <a:solidFill>
                <a:schemeClr val="accent1"/>
              </a:solidFill>
              <a:latin typeface="Lexend"/>
              <a:ea typeface="Lexend"/>
              <a:cs typeface="Lexend"/>
              <a:sym typeface="Lexend"/>
            </a:endParaRPr>
          </a:p>
          <a:p>
            <a:pPr indent="0" lvl="0" marL="0" rtl="0" algn="l">
              <a:lnSpc>
                <a:spcPct val="95000"/>
              </a:lnSpc>
              <a:spcBef>
                <a:spcPts val="1200"/>
              </a:spcBef>
              <a:spcAft>
                <a:spcPts val="0"/>
              </a:spcAft>
              <a:buNone/>
            </a:pPr>
            <a:r>
              <a:rPr b="1" lang="en" sz="1200">
                <a:solidFill>
                  <a:srgbClr val="B45F06"/>
                </a:solidFill>
                <a:latin typeface="Lexend"/>
                <a:ea typeface="Lexend"/>
                <a:cs typeface="Lexend"/>
                <a:sym typeface="Lexend"/>
              </a:rPr>
              <a:t>Dataset Summary</a:t>
            </a:r>
            <a:endParaRPr b="1" sz="1200">
              <a:solidFill>
                <a:srgbClr val="B45F06"/>
              </a:solidFill>
              <a:latin typeface="Lexend"/>
              <a:ea typeface="Lexend"/>
              <a:cs typeface="Lexend"/>
              <a:sym typeface="Lexend"/>
            </a:endParaRPr>
          </a:p>
          <a:p>
            <a:pPr indent="-304800" lvl="0" marL="457200" rtl="0" algn="l">
              <a:lnSpc>
                <a:spcPct val="95000"/>
              </a:lnSpc>
              <a:spcBef>
                <a:spcPts val="0"/>
              </a:spcBef>
              <a:spcAft>
                <a:spcPts val="0"/>
              </a:spcAft>
              <a:buClr>
                <a:schemeClr val="accent1"/>
              </a:buClr>
              <a:buSzPts val="1200"/>
              <a:buFont typeface="Arial"/>
              <a:buChar char="●"/>
            </a:pPr>
            <a:r>
              <a:rPr lang="en" sz="1200">
                <a:solidFill>
                  <a:schemeClr val="accent1"/>
                </a:solidFill>
                <a:latin typeface="Lexend"/>
                <a:ea typeface="Lexend"/>
                <a:cs typeface="Lexend"/>
                <a:sym typeface="Lexend"/>
              </a:rPr>
              <a:t>Balanced working sample: </a:t>
            </a:r>
            <a:r>
              <a:rPr b="1" lang="en" sz="1200">
                <a:solidFill>
                  <a:schemeClr val="accent1"/>
                </a:solidFill>
                <a:latin typeface="Lexend"/>
                <a:ea typeface="Lexend"/>
                <a:cs typeface="Lexend"/>
                <a:sym typeface="Lexend"/>
              </a:rPr>
              <a:t>279,062 rows</a:t>
            </a:r>
            <a:r>
              <a:rPr lang="en" sz="1200">
                <a:solidFill>
                  <a:schemeClr val="accent1"/>
                </a:solidFill>
                <a:latin typeface="Lexend"/>
                <a:ea typeface="Lexend"/>
                <a:cs typeface="Lexend"/>
                <a:sym typeface="Lexend"/>
              </a:rPr>
              <a:t>, </a:t>
            </a:r>
            <a:r>
              <a:rPr b="1" lang="en" sz="1200">
                <a:solidFill>
                  <a:schemeClr val="accent1"/>
                </a:solidFill>
                <a:latin typeface="Lexend"/>
                <a:ea typeface="Lexend"/>
                <a:cs typeface="Lexend"/>
                <a:sym typeface="Lexend"/>
              </a:rPr>
              <a:t>19 features</a:t>
            </a:r>
            <a:endParaRPr b="1" sz="1200">
              <a:solidFill>
                <a:schemeClr val="accent1"/>
              </a:solidFill>
              <a:latin typeface="Lexend"/>
              <a:ea typeface="Lexend"/>
              <a:cs typeface="Lexend"/>
              <a:sym typeface="Lexend"/>
            </a:endParaRPr>
          </a:p>
          <a:p>
            <a:pPr indent="-304800" lvl="0" marL="457200" rtl="0" algn="l">
              <a:lnSpc>
                <a:spcPct val="95000"/>
              </a:lnSpc>
              <a:spcBef>
                <a:spcPts val="0"/>
              </a:spcBef>
              <a:spcAft>
                <a:spcPts val="0"/>
              </a:spcAft>
              <a:buClr>
                <a:schemeClr val="accent1"/>
              </a:buClr>
              <a:buSzPts val="1200"/>
              <a:buFont typeface="Arial"/>
              <a:buChar char="●"/>
            </a:pPr>
            <a:r>
              <a:rPr lang="en" sz="1200">
                <a:solidFill>
                  <a:schemeClr val="accent1"/>
                </a:solidFill>
                <a:latin typeface="Lexend"/>
                <a:ea typeface="Lexend"/>
                <a:cs typeface="Lexend"/>
                <a:sym typeface="Lexend"/>
              </a:rPr>
              <a:t>Target variable: </a:t>
            </a:r>
            <a:r>
              <a:rPr b="1" lang="en" sz="1200">
                <a:solidFill>
                  <a:schemeClr val="accent1"/>
                </a:solidFill>
                <a:latin typeface="Lexend"/>
                <a:ea typeface="Lexend"/>
                <a:cs typeface="Lexend"/>
                <a:sym typeface="Lexend"/>
              </a:rPr>
              <a:t>is_full</a:t>
            </a:r>
            <a:r>
              <a:rPr lang="en" sz="1200">
                <a:solidFill>
                  <a:schemeClr val="accent1"/>
                </a:solidFill>
                <a:latin typeface="Lexend"/>
                <a:ea typeface="Lexend"/>
                <a:cs typeface="Lexend"/>
                <a:sym typeface="Lexend"/>
              </a:rPr>
              <a:t> (1 = full, 0 = not full)</a:t>
            </a:r>
            <a:endParaRPr sz="1200">
              <a:solidFill>
                <a:schemeClr val="accent1"/>
              </a:solidFill>
              <a:latin typeface="Lexend"/>
              <a:ea typeface="Lexend"/>
              <a:cs typeface="Lexend"/>
              <a:sym typeface="Lexend"/>
            </a:endParaRPr>
          </a:p>
          <a:p>
            <a:pPr indent="-304800" lvl="0" marL="457200" rtl="0" algn="l">
              <a:lnSpc>
                <a:spcPct val="95000"/>
              </a:lnSpc>
              <a:spcBef>
                <a:spcPts val="0"/>
              </a:spcBef>
              <a:spcAft>
                <a:spcPts val="0"/>
              </a:spcAft>
              <a:buClr>
                <a:schemeClr val="accent1"/>
              </a:buClr>
              <a:buSzPts val="1200"/>
              <a:buFont typeface="Arial"/>
              <a:buChar char="●"/>
            </a:pPr>
            <a:r>
              <a:rPr lang="en" sz="1200">
                <a:solidFill>
                  <a:schemeClr val="accent1"/>
                </a:solidFill>
                <a:latin typeface="Lexend"/>
                <a:ea typeface="Lexend"/>
                <a:cs typeface="Lexend"/>
                <a:sym typeface="Lexend"/>
              </a:rPr>
              <a:t>Adaptive threshold for fullness: </a:t>
            </a:r>
            <a:r>
              <a:rPr b="1" lang="en" sz="1200">
                <a:solidFill>
                  <a:schemeClr val="accent1"/>
                </a:solidFill>
                <a:latin typeface="Lexend"/>
                <a:ea typeface="Lexend"/>
                <a:cs typeface="Lexend"/>
                <a:sym typeface="Lexend"/>
              </a:rPr>
              <a:t>PaidOccupancy ≥ 8.0</a:t>
            </a:r>
            <a:endParaRPr b="1" sz="1200">
              <a:solidFill>
                <a:schemeClr val="accent1"/>
              </a:solidFill>
              <a:latin typeface="Lexend"/>
              <a:ea typeface="Lexend"/>
              <a:cs typeface="Lexend"/>
              <a:sym typeface="Lexend"/>
            </a:endParaRPr>
          </a:p>
          <a:p>
            <a:pPr indent="0" lvl="0" marL="0" rtl="0" algn="l">
              <a:lnSpc>
                <a:spcPct val="95000"/>
              </a:lnSpc>
              <a:spcBef>
                <a:spcPts val="1200"/>
              </a:spcBef>
              <a:spcAft>
                <a:spcPts val="0"/>
              </a:spcAft>
              <a:buNone/>
            </a:pPr>
            <a:r>
              <a:rPr b="1" lang="en" sz="1200">
                <a:solidFill>
                  <a:srgbClr val="B45F06"/>
                </a:solidFill>
                <a:latin typeface="Lexend"/>
                <a:ea typeface="Lexend"/>
                <a:cs typeface="Lexend"/>
                <a:sym typeface="Lexend"/>
              </a:rPr>
              <a:t>Key EDA Insights:</a:t>
            </a:r>
            <a:endParaRPr b="1" sz="1200">
              <a:solidFill>
                <a:srgbClr val="B45F06"/>
              </a:solidFill>
              <a:latin typeface="Lexend"/>
              <a:ea typeface="Lexend"/>
              <a:cs typeface="Lexend"/>
              <a:sym typeface="Lexend"/>
            </a:endParaRPr>
          </a:p>
          <a:p>
            <a:pPr indent="-304800" lvl="0" marL="457200" rtl="0" algn="l">
              <a:lnSpc>
                <a:spcPct val="95000"/>
              </a:lnSpc>
              <a:spcBef>
                <a:spcPts val="0"/>
              </a:spcBef>
              <a:spcAft>
                <a:spcPts val="0"/>
              </a:spcAft>
              <a:buClr>
                <a:schemeClr val="accent1"/>
              </a:buClr>
              <a:buSzPts val="1200"/>
              <a:buFont typeface="Lexend"/>
              <a:buChar char="●"/>
            </a:pPr>
            <a:r>
              <a:rPr lang="en" sz="1200">
                <a:solidFill>
                  <a:schemeClr val="accent1"/>
                </a:solidFill>
                <a:latin typeface="Lexend"/>
                <a:ea typeface="Lexend"/>
                <a:cs typeface="Lexend"/>
                <a:sym typeface="Lexend"/>
              </a:rPr>
              <a:t>Fullness peaks around </a:t>
            </a:r>
            <a:r>
              <a:rPr b="1" lang="en" sz="1200">
                <a:solidFill>
                  <a:schemeClr val="accent1"/>
                </a:solidFill>
                <a:latin typeface="Lexend"/>
                <a:ea typeface="Lexend"/>
                <a:cs typeface="Lexend"/>
                <a:sym typeface="Lexend"/>
              </a:rPr>
              <a:t>11 AM–1 PM</a:t>
            </a:r>
            <a:r>
              <a:rPr lang="en" sz="1200">
                <a:solidFill>
                  <a:schemeClr val="accent1"/>
                </a:solidFill>
                <a:latin typeface="Lexend"/>
                <a:ea typeface="Lexend"/>
                <a:cs typeface="Lexend"/>
                <a:sym typeface="Lexend"/>
              </a:rPr>
              <a:t> and again </a:t>
            </a:r>
            <a:r>
              <a:rPr b="1" lang="en" sz="1200">
                <a:solidFill>
                  <a:schemeClr val="accent1"/>
                </a:solidFill>
                <a:latin typeface="Lexend"/>
                <a:ea typeface="Lexend"/>
                <a:cs typeface="Lexend"/>
                <a:sym typeface="Lexend"/>
              </a:rPr>
              <a:t>5–7 PM</a:t>
            </a:r>
            <a:endParaRPr b="1" sz="1200">
              <a:solidFill>
                <a:schemeClr val="accent1"/>
              </a:solidFill>
              <a:latin typeface="Lexend"/>
              <a:ea typeface="Lexend"/>
              <a:cs typeface="Lexend"/>
              <a:sym typeface="Lexend"/>
            </a:endParaRPr>
          </a:p>
          <a:p>
            <a:pPr indent="-304800" lvl="0" marL="457200" rtl="0" algn="l">
              <a:lnSpc>
                <a:spcPct val="95000"/>
              </a:lnSpc>
              <a:spcBef>
                <a:spcPts val="0"/>
              </a:spcBef>
              <a:spcAft>
                <a:spcPts val="0"/>
              </a:spcAft>
              <a:buClr>
                <a:schemeClr val="accent1"/>
              </a:buClr>
              <a:buSzPts val="1200"/>
              <a:buFont typeface="Lexend"/>
              <a:buChar char="●"/>
            </a:pPr>
            <a:r>
              <a:rPr lang="en" sz="1200">
                <a:solidFill>
                  <a:schemeClr val="accent1"/>
                </a:solidFill>
                <a:latin typeface="Lexend"/>
                <a:ea typeface="Lexend"/>
                <a:cs typeface="Lexend"/>
                <a:sym typeface="Lexend"/>
              </a:rPr>
              <a:t>Demand is driven by a dual mechanism: Commuters in the morning and Social/Dining in the evening. This complexity confirms that simple linear models are insufficient</a:t>
            </a:r>
            <a:endParaRPr sz="1200">
              <a:solidFill>
                <a:schemeClr val="accent1"/>
              </a:solidFill>
              <a:latin typeface="Lexend"/>
              <a:ea typeface="Lexend"/>
              <a:cs typeface="Lexend"/>
              <a:sym typeface="Lexend"/>
            </a:endParaRPr>
          </a:p>
          <a:p>
            <a:pPr indent="-304800" lvl="0" marL="457200" rtl="0" algn="l">
              <a:lnSpc>
                <a:spcPct val="95000"/>
              </a:lnSpc>
              <a:spcBef>
                <a:spcPts val="0"/>
              </a:spcBef>
              <a:spcAft>
                <a:spcPts val="0"/>
              </a:spcAft>
              <a:buClr>
                <a:schemeClr val="accent1"/>
              </a:buClr>
              <a:buSzPts val="1200"/>
              <a:buFont typeface="Lexend"/>
              <a:buChar char="●"/>
            </a:pPr>
            <a:r>
              <a:rPr lang="en" sz="1200">
                <a:solidFill>
                  <a:schemeClr val="accent1"/>
                </a:solidFill>
                <a:latin typeface="Lexend"/>
                <a:ea typeface="Lexend"/>
                <a:cs typeface="Lexend"/>
                <a:sym typeface="Lexend"/>
              </a:rPr>
              <a:t>Fridays and weekends have the highest fullness</a:t>
            </a:r>
            <a:endParaRPr sz="1200">
              <a:solidFill>
                <a:schemeClr val="accent1"/>
              </a:solidFill>
              <a:latin typeface="Lexend"/>
              <a:ea typeface="Lexend"/>
              <a:cs typeface="Lexend"/>
              <a:sym typeface="Lexend"/>
            </a:endParaRPr>
          </a:p>
          <a:p>
            <a:pPr indent="-304800" lvl="0" marL="457200" rtl="0" algn="l">
              <a:lnSpc>
                <a:spcPct val="95000"/>
              </a:lnSpc>
              <a:spcBef>
                <a:spcPts val="0"/>
              </a:spcBef>
              <a:spcAft>
                <a:spcPts val="0"/>
              </a:spcAft>
              <a:buClr>
                <a:schemeClr val="accent1"/>
              </a:buClr>
              <a:buSzPts val="1200"/>
              <a:buFont typeface="Lexend"/>
              <a:buChar char="●"/>
            </a:pPr>
            <a:r>
              <a:rPr lang="en" sz="1200">
                <a:solidFill>
                  <a:schemeClr val="accent1"/>
                </a:solidFill>
                <a:latin typeface="Lexend"/>
                <a:ea typeface="Lexend"/>
                <a:cs typeface="Lexend"/>
                <a:sym typeface="Lexend"/>
              </a:rPr>
              <a:t>Cheaper parking fills faster</a:t>
            </a:r>
            <a:endParaRPr sz="1200">
              <a:solidFill>
                <a:schemeClr val="accent1"/>
              </a:solidFill>
              <a:latin typeface="Lexend"/>
              <a:ea typeface="Lexend"/>
              <a:cs typeface="Lexend"/>
              <a:sym typeface="Lexend"/>
            </a:endParaRPr>
          </a:p>
          <a:p>
            <a:pPr indent="0" lvl="0" marL="0" rtl="0" algn="l">
              <a:lnSpc>
                <a:spcPct val="115000"/>
              </a:lnSpc>
              <a:spcBef>
                <a:spcPts val="1200"/>
              </a:spcBef>
              <a:spcAft>
                <a:spcPts val="1200"/>
              </a:spcAft>
              <a:buNone/>
            </a:pPr>
            <a:r>
              <a:t/>
            </a:r>
            <a:endParaRPr b="1" sz="1200">
              <a:solidFill>
                <a:schemeClr val="accent1"/>
              </a:solidFill>
              <a:latin typeface="Lexend"/>
              <a:ea typeface="Lexend"/>
              <a:cs typeface="Lexend"/>
              <a:sym typeface="Lexend"/>
            </a:endParaRPr>
          </a:p>
        </p:txBody>
      </p:sp>
      <p:sp>
        <p:nvSpPr>
          <p:cNvPr id="2661" name="Google Shape;2661;p127"/>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Lexend SemiBold"/>
                <a:ea typeface="Lexend SemiBold"/>
                <a:cs typeface="Lexend SemiBold"/>
                <a:sym typeface="Lexend SemiBold"/>
              </a:rPr>
              <a:t>‹#›</a:t>
            </a:fld>
            <a:endParaRPr>
              <a:latin typeface="Lexend SemiBold"/>
              <a:ea typeface="Lexend SemiBold"/>
              <a:cs typeface="Lexend SemiBold"/>
              <a:sym typeface="Lexend SemiBold"/>
            </a:endParaRPr>
          </a:p>
        </p:txBody>
      </p:sp>
      <p:pic>
        <p:nvPicPr>
          <p:cNvPr id="2662" name="Google Shape;2662;p127"/>
          <p:cNvPicPr preferRelativeResize="0"/>
          <p:nvPr/>
        </p:nvPicPr>
        <p:blipFill>
          <a:blip r:embed="rId3">
            <a:alphaModFix/>
          </a:blip>
          <a:stretch>
            <a:fillRect/>
          </a:stretch>
        </p:blipFill>
        <p:spPr>
          <a:xfrm>
            <a:off x="5405675" y="1766688"/>
            <a:ext cx="3688324" cy="2237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6" name="Shape 2666"/>
        <p:cNvGrpSpPr/>
        <p:nvPr/>
      </p:nvGrpSpPr>
      <p:grpSpPr>
        <a:xfrm>
          <a:off x="0" y="0"/>
          <a:ext cx="0" cy="0"/>
          <a:chOff x="0" y="0"/>
          <a:chExt cx="0" cy="0"/>
        </a:xfrm>
      </p:grpSpPr>
      <p:sp>
        <p:nvSpPr>
          <p:cNvPr id="2667" name="Google Shape;2667;p128"/>
          <p:cNvSpPr txBox="1"/>
          <p:nvPr>
            <p:ph type="title"/>
          </p:nvPr>
        </p:nvSpPr>
        <p:spPr>
          <a:xfrm>
            <a:off x="333925" y="587150"/>
            <a:ext cx="8475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783F04"/>
                </a:solidFill>
                <a:latin typeface="Lexend SemiBold"/>
                <a:ea typeface="Lexend SemiBold"/>
                <a:cs typeface="Lexend SemiBold"/>
                <a:sym typeface="Lexend SemiBold"/>
              </a:rPr>
              <a:t>Preprocessing Decisions and Justifications</a:t>
            </a:r>
            <a:endParaRPr sz="2400">
              <a:solidFill>
                <a:srgbClr val="783F04"/>
              </a:solidFill>
              <a:latin typeface="Lexend SemiBold"/>
              <a:ea typeface="Lexend SemiBold"/>
              <a:cs typeface="Lexend SemiBold"/>
              <a:sym typeface="Lexend SemiBold"/>
            </a:endParaRPr>
          </a:p>
        </p:txBody>
      </p:sp>
      <p:sp>
        <p:nvSpPr>
          <p:cNvPr id="2668" name="Google Shape;2668;p128"/>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Lexend SemiBold"/>
                <a:ea typeface="Lexend SemiBold"/>
                <a:cs typeface="Lexend SemiBold"/>
                <a:sym typeface="Lexend SemiBold"/>
              </a:rPr>
              <a:t>‹#›</a:t>
            </a:fld>
            <a:endParaRPr>
              <a:latin typeface="Lexend SemiBold"/>
              <a:ea typeface="Lexend SemiBold"/>
              <a:cs typeface="Lexend SemiBold"/>
              <a:sym typeface="Lexend SemiBold"/>
            </a:endParaRPr>
          </a:p>
        </p:txBody>
      </p:sp>
      <p:graphicFrame>
        <p:nvGraphicFramePr>
          <p:cNvPr id="2669" name="Google Shape;2669;p128"/>
          <p:cNvGraphicFramePr/>
          <p:nvPr/>
        </p:nvGraphicFramePr>
        <p:xfrm>
          <a:off x="614400" y="1443675"/>
          <a:ext cx="3000000" cy="3000000"/>
        </p:xfrm>
        <a:graphic>
          <a:graphicData uri="http://schemas.openxmlformats.org/drawingml/2006/table">
            <a:tbl>
              <a:tblPr>
                <a:noFill/>
                <a:tableStyleId>{28DE55DC-AC3E-40C7-AF48-FF656AA13A91}</a:tableStyleId>
              </a:tblPr>
              <a:tblGrid>
                <a:gridCol w="1766525"/>
                <a:gridCol w="3061500"/>
                <a:gridCol w="3235475"/>
              </a:tblGrid>
              <a:tr h="381000">
                <a:tc>
                  <a:txBody>
                    <a:bodyPr/>
                    <a:lstStyle/>
                    <a:p>
                      <a:pPr indent="0" lvl="0" marL="0" rtl="0" algn="l">
                        <a:spcBef>
                          <a:spcPts val="0"/>
                        </a:spcBef>
                        <a:spcAft>
                          <a:spcPts val="0"/>
                        </a:spcAft>
                        <a:buNone/>
                      </a:pPr>
                      <a:r>
                        <a:rPr b="1" lang="en" sz="1200">
                          <a:solidFill>
                            <a:schemeClr val="lt1"/>
                          </a:solidFill>
                          <a:latin typeface="Lexend"/>
                          <a:ea typeface="Lexend"/>
                          <a:cs typeface="Lexend"/>
                          <a:sym typeface="Lexend"/>
                        </a:rPr>
                        <a:t>Preprocessing Decision</a:t>
                      </a:r>
                      <a:endParaRPr b="1" sz="1200">
                        <a:solidFill>
                          <a:schemeClr val="lt1"/>
                        </a:solidFill>
                        <a:latin typeface="Lexend"/>
                        <a:ea typeface="Lexend"/>
                        <a:cs typeface="Lexend"/>
                        <a:sym typeface="Lexend"/>
                      </a:endParaRPr>
                    </a:p>
                  </a:txBody>
                  <a:tcPr marT="91425" marB="91425" marR="91425" marL="91425">
                    <a:solidFill>
                      <a:srgbClr val="B45F06"/>
                    </a:solidFill>
                  </a:tcPr>
                </a:tc>
                <a:tc>
                  <a:txBody>
                    <a:bodyPr/>
                    <a:lstStyle/>
                    <a:p>
                      <a:pPr indent="0" lvl="0" marL="0" rtl="0" algn="l">
                        <a:spcBef>
                          <a:spcPts val="0"/>
                        </a:spcBef>
                        <a:spcAft>
                          <a:spcPts val="0"/>
                        </a:spcAft>
                        <a:buNone/>
                      </a:pPr>
                      <a:r>
                        <a:rPr b="1" lang="en" sz="1200">
                          <a:solidFill>
                            <a:schemeClr val="lt1"/>
                          </a:solidFill>
                          <a:latin typeface="Lexend"/>
                          <a:ea typeface="Lexend"/>
                          <a:cs typeface="Lexend"/>
                          <a:sym typeface="Lexend"/>
                        </a:rPr>
                        <a:t>Action Taken</a:t>
                      </a:r>
                      <a:endParaRPr b="1" sz="1200">
                        <a:solidFill>
                          <a:schemeClr val="lt1"/>
                        </a:solidFill>
                        <a:latin typeface="Lexend"/>
                        <a:ea typeface="Lexend"/>
                        <a:cs typeface="Lexend"/>
                        <a:sym typeface="Lexend"/>
                      </a:endParaRPr>
                    </a:p>
                  </a:txBody>
                  <a:tcPr marT="91425" marB="91425" marR="91425" marL="91425">
                    <a:solidFill>
                      <a:srgbClr val="B45F06"/>
                    </a:solidFill>
                  </a:tcPr>
                </a:tc>
                <a:tc>
                  <a:txBody>
                    <a:bodyPr/>
                    <a:lstStyle/>
                    <a:p>
                      <a:pPr indent="0" lvl="0" marL="0" rtl="0" algn="l">
                        <a:spcBef>
                          <a:spcPts val="0"/>
                        </a:spcBef>
                        <a:spcAft>
                          <a:spcPts val="0"/>
                        </a:spcAft>
                        <a:buNone/>
                      </a:pPr>
                      <a:r>
                        <a:rPr b="1" lang="en" sz="1200">
                          <a:solidFill>
                            <a:schemeClr val="lt1"/>
                          </a:solidFill>
                          <a:latin typeface="Lexend"/>
                          <a:ea typeface="Lexend"/>
                          <a:cs typeface="Lexend"/>
                          <a:sym typeface="Lexend"/>
                        </a:rPr>
                        <a:t>Justification</a:t>
                      </a:r>
                      <a:endParaRPr b="1" sz="1200">
                        <a:solidFill>
                          <a:schemeClr val="lt1"/>
                        </a:solidFill>
                        <a:latin typeface="Lexend"/>
                        <a:ea typeface="Lexend"/>
                        <a:cs typeface="Lexend"/>
                        <a:sym typeface="Lexend"/>
                      </a:endParaRPr>
                    </a:p>
                  </a:txBody>
                  <a:tcPr marT="91425" marB="91425" marR="91425" marL="91425">
                    <a:solidFill>
                      <a:srgbClr val="B45F06"/>
                    </a:solidFill>
                  </a:tcPr>
                </a:tc>
              </a:tr>
              <a:tr h="381000">
                <a:tc>
                  <a:txBody>
                    <a:bodyPr/>
                    <a:lstStyle/>
                    <a:p>
                      <a:pPr indent="0" lvl="0" marL="0" rtl="0" algn="l">
                        <a:spcBef>
                          <a:spcPts val="0"/>
                        </a:spcBef>
                        <a:spcAft>
                          <a:spcPts val="0"/>
                        </a:spcAft>
                        <a:buNone/>
                      </a:pPr>
                      <a:r>
                        <a:rPr b="1" lang="en" sz="1100">
                          <a:solidFill>
                            <a:srgbClr val="783F04"/>
                          </a:solidFill>
                          <a:latin typeface="Lexend"/>
                          <a:ea typeface="Lexend"/>
                          <a:cs typeface="Lexend"/>
                          <a:sym typeface="Lexend"/>
                        </a:rPr>
                        <a:t>Column Selection</a:t>
                      </a:r>
                      <a:endParaRPr b="1" sz="1100">
                        <a:solidFill>
                          <a:srgbClr val="783F04"/>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100">
                          <a:latin typeface="Lexend"/>
                          <a:ea typeface="Lexend"/>
                          <a:cs typeface="Lexend"/>
                          <a:sym typeface="Lexend"/>
                        </a:rPr>
                        <a:t>We removed high-cardinality text fields (e.g., blockface names) and retained numeric features such as time, weather, rate, and capacity.</a:t>
                      </a:r>
                      <a:endParaRPr sz="1100">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100">
                          <a:latin typeface="Lexend"/>
                          <a:ea typeface="Lexend"/>
                          <a:cs typeface="Lexend"/>
                          <a:sym typeface="Lexend"/>
                        </a:rPr>
                        <a:t>This keeps the model computationally efficient and avoids noise during fast benchmarking.</a:t>
                      </a:r>
                      <a:endParaRPr sz="1100">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b="1" lang="en" sz="1100">
                          <a:solidFill>
                            <a:srgbClr val="783F04"/>
                          </a:solidFill>
                          <a:latin typeface="Lexend"/>
                          <a:ea typeface="Lexend"/>
                          <a:cs typeface="Lexend"/>
                          <a:sym typeface="Lexend"/>
                        </a:rPr>
                        <a:t>Parsing Dates &amp; Feature Engineering</a:t>
                      </a:r>
                      <a:endParaRPr b="1" sz="1100">
                        <a:solidFill>
                          <a:srgbClr val="783F04"/>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100">
                          <a:latin typeface="Lexend"/>
                          <a:ea typeface="Lexend"/>
                          <a:cs typeface="Lexend"/>
                          <a:sym typeface="Lexend"/>
                        </a:rPr>
                        <a:t>We extracted </a:t>
                      </a:r>
                      <a:r>
                        <a:rPr b="1" lang="en" sz="1100">
                          <a:solidFill>
                            <a:schemeClr val="accent1"/>
                          </a:solidFill>
                        </a:rPr>
                        <a:t>year, month, day, day-of-week, and hour</a:t>
                      </a:r>
                      <a:r>
                        <a:rPr lang="en" sz="1100">
                          <a:solidFill>
                            <a:schemeClr val="accent1"/>
                          </a:solidFill>
                        </a:rPr>
                        <a:t> from </a:t>
                      </a:r>
                      <a:r>
                        <a:rPr lang="en" sz="1100">
                          <a:solidFill>
                            <a:srgbClr val="188038"/>
                          </a:solidFill>
                          <a:latin typeface="Roboto Mono"/>
                          <a:ea typeface="Roboto Mono"/>
                          <a:cs typeface="Roboto Mono"/>
                          <a:sym typeface="Roboto Mono"/>
                        </a:rPr>
                        <a:t>OccupancyDateTime</a:t>
                      </a:r>
                      <a:r>
                        <a:rPr lang="en" sz="1100">
                          <a:solidFill>
                            <a:schemeClr val="accent1"/>
                          </a:solidFill>
                        </a:rPr>
                        <a:t>.</a:t>
                      </a:r>
                      <a:endParaRPr sz="1100">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100">
                          <a:latin typeface="Lexend"/>
                          <a:ea typeface="Lexend"/>
                          <a:cs typeface="Lexend"/>
                          <a:sym typeface="Lexend"/>
                        </a:rPr>
                        <a:t>Parking behavior is strongly time-dependent, and these features capture daily and weekly cycles.</a:t>
                      </a:r>
                      <a:endParaRPr sz="1100">
                        <a:latin typeface="Lexend"/>
                        <a:ea typeface="Lexend"/>
                        <a:cs typeface="Lexend"/>
                        <a:sym typeface="Lexend"/>
                      </a:endParaRPr>
                    </a:p>
                  </a:txBody>
                  <a:tcPr marT="91425" marB="91425" marR="91425" marL="91425"/>
                </a:tc>
              </a:tr>
              <a:tr h="381000">
                <a:tc>
                  <a:txBody>
                    <a:bodyPr/>
                    <a:lstStyle/>
                    <a:p>
                      <a:pPr indent="0" lvl="0" marL="0" rtl="0" algn="l">
                        <a:spcBef>
                          <a:spcPts val="0"/>
                        </a:spcBef>
                        <a:spcAft>
                          <a:spcPts val="0"/>
                        </a:spcAft>
                        <a:buNone/>
                      </a:pPr>
                      <a:r>
                        <a:rPr b="1" lang="en" sz="1100">
                          <a:solidFill>
                            <a:srgbClr val="783F04"/>
                          </a:solidFill>
                          <a:latin typeface="Lexend"/>
                          <a:ea typeface="Lexend"/>
                          <a:cs typeface="Lexend"/>
                          <a:sym typeface="Lexend"/>
                        </a:rPr>
                        <a:t>Balancing the Target Variable</a:t>
                      </a:r>
                      <a:endParaRPr b="1" sz="1100">
                        <a:solidFill>
                          <a:srgbClr val="783F04"/>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100">
                          <a:latin typeface="Lexend"/>
                          <a:ea typeface="Lexend"/>
                          <a:cs typeface="Lexend"/>
                          <a:sym typeface="Lexend"/>
                        </a:rPr>
                        <a:t>We created a balanced subset by sampling equal proportions of full and not full rows</a:t>
                      </a:r>
                      <a:r>
                        <a:rPr lang="en" sz="1100">
                          <a:solidFill>
                            <a:schemeClr val="accent1"/>
                          </a:solidFill>
                        </a:rPr>
                        <a:t>.</a:t>
                      </a:r>
                      <a:endParaRPr sz="1100">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100">
                          <a:latin typeface="Lexend"/>
                          <a:ea typeface="Lexend"/>
                          <a:cs typeface="Lexend"/>
                          <a:sym typeface="Lexend"/>
                        </a:rPr>
                        <a:t>This prevents the model from being biased toward predicting “not full,” which dominates the raw dataset.</a:t>
                      </a:r>
                      <a:endParaRPr sz="1100">
                        <a:latin typeface="Lexend"/>
                        <a:ea typeface="Lexend"/>
                        <a:cs typeface="Lexend"/>
                        <a:sym typeface="Lexend"/>
                      </a:endParaRPr>
                    </a:p>
                  </a:txBody>
                  <a:tcPr marT="91425" marB="91425" marR="91425" marL="91425"/>
                </a:tc>
              </a:tr>
              <a:tr h="144050">
                <a:tc>
                  <a:txBody>
                    <a:bodyPr/>
                    <a:lstStyle/>
                    <a:p>
                      <a:pPr indent="0" lvl="0" marL="0" rtl="0" algn="l">
                        <a:spcBef>
                          <a:spcPts val="0"/>
                        </a:spcBef>
                        <a:spcAft>
                          <a:spcPts val="0"/>
                        </a:spcAft>
                        <a:buNone/>
                      </a:pPr>
                      <a:r>
                        <a:rPr b="1" lang="en" sz="1100">
                          <a:solidFill>
                            <a:srgbClr val="783F04"/>
                          </a:solidFill>
                          <a:latin typeface="Lexend"/>
                          <a:ea typeface="Lexend"/>
                          <a:cs typeface="Lexend"/>
                          <a:sym typeface="Lexend"/>
                        </a:rPr>
                        <a:t>Adaptive Thresholding for “Fullness”</a:t>
                      </a:r>
                      <a:endParaRPr b="1" sz="1100">
                        <a:solidFill>
                          <a:srgbClr val="783F04"/>
                        </a:solidFill>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100">
                          <a:latin typeface="Lexend"/>
                          <a:ea typeface="Lexend"/>
                          <a:cs typeface="Lexend"/>
                          <a:sym typeface="Lexend"/>
                        </a:rPr>
                        <a:t>We defined </a:t>
                      </a:r>
                      <a:r>
                        <a:rPr lang="en" sz="1100">
                          <a:solidFill>
                            <a:srgbClr val="188038"/>
                          </a:solidFill>
                          <a:latin typeface="Roboto Mono"/>
                          <a:ea typeface="Roboto Mono"/>
                          <a:cs typeface="Roboto Mono"/>
                          <a:sym typeface="Roboto Mono"/>
                        </a:rPr>
                        <a:t>is_full = 1</a:t>
                      </a:r>
                      <a:r>
                        <a:rPr lang="en" sz="1100">
                          <a:solidFill>
                            <a:schemeClr val="accent1"/>
                          </a:solidFill>
                        </a:rPr>
                        <a:t> when </a:t>
                      </a:r>
                      <a:r>
                        <a:rPr b="1" lang="en" sz="1100">
                          <a:solidFill>
                            <a:schemeClr val="accent1"/>
                          </a:solidFill>
                        </a:rPr>
                        <a:t>PaidOccupancy ≥ 8</a:t>
                      </a:r>
                      <a:r>
                        <a:rPr lang="en" sz="1100">
                          <a:solidFill>
                            <a:schemeClr val="accent1"/>
                          </a:solidFill>
                        </a:rPr>
                        <a:t>, based on the empirical distribution.</a:t>
                      </a:r>
                      <a:endParaRPr sz="1100">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100">
                          <a:latin typeface="Lexend"/>
                          <a:ea typeface="Lexend"/>
                          <a:cs typeface="Lexend"/>
                          <a:sym typeface="Lexend"/>
                        </a:rPr>
                        <a:t>Signal extraction where the threshold is chosen using natural breaks in the data instead of arbitrary cutoffs.</a:t>
                      </a:r>
                      <a:endParaRPr sz="1100">
                        <a:latin typeface="Lexend"/>
                        <a:ea typeface="Lexend"/>
                        <a:cs typeface="Lexend"/>
                        <a:sym typeface="Lexend"/>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3" name="Shape 2673"/>
        <p:cNvGrpSpPr/>
        <p:nvPr/>
      </p:nvGrpSpPr>
      <p:grpSpPr>
        <a:xfrm>
          <a:off x="0" y="0"/>
          <a:ext cx="0" cy="0"/>
          <a:chOff x="0" y="0"/>
          <a:chExt cx="0" cy="0"/>
        </a:xfrm>
      </p:grpSpPr>
      <p:sp>
        <p:nvSpPr>
          <p:cNvPr id="2674" name="Google Shape;2674;p129"/>
          <p:cNvSpPr txBox="1"/>
          <p:nvPr>
            <p:ph type="title"/>
          </p:nvPr>
        </p:nvSpPr>
        <p:spPr>
          <a:xfrm>
            <a:off x="333925" y="587150"/>
            <a:ext cx="8475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783F04"/>
                </a:solidFill>
                <a:latin typeface="Lexend SemiBold"/>
                <a:ea typeface="Lexend SemiBold"/>
                <a:cs typeface="Lexend SemiBold"/>
                <a:sym typeface="Lexend SemiBold"/>
              </a:rPr>
              <a:t>Baseline Model - Logistic Regression (CP2)</a:t>
            </a:r>
            <a:endParaRPr sz="2400">
              <a:solidFill>
                <a:srgbClr val="783F04"/>
              </a:solidFill>
              <a:latin typeface="Lexend SemiBold"/>
              <a:ea typeface="Lexend SemiBold"/>
              <a:cs typeface="Lexend SemiBold"/>
              <a:sym typeface="Lexend SemiBold"/>
            </a:endParaRPr>
          </a:p>
        </p:txBody>
      </p:sp>
      <p:sp>
        <p:nvSpPr>
          <p:cNvPr id="2675" name="Google Shape;2675;p129"/>
          <p:cNvSpPr txBox="1"/>
          <p:nvPr>
            <p:ph idx="1" type="body"/>
          </p:nvPr>
        </p:nvSpPr>
        <p:spPr>
          <a:xfrm>
            <a:off x="333925" y="1163150"/>
            <a:ext cx="4327500" cy="3072300"/>
          </a:xfrm>
          <a:prstGeom prst="rect">
            <a:avLst/>
          </a:prstGeom>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chemeClr val="accent1"/>
                </a:solidFill>
                <a:latin typeface="Lexend"/>
                <a:ea typeface="Lexend"/>
                <a:cs typeface="Lexend"/>
                <a:sym typeface="Lexend"/>
              </a:rPr>
              <a:t>We used Logistic Regression for our baseline model and we selected it because:</a:t>
            </a:r>
            <a:endParaRPr b="1" sz="1200">
              <a:solidFill>
                <a:srgbClr val="B45F06"/>
              </a:solidFill>
              <a:latin typeface="Lexend"/>
              <a:ea typeface="Lexend"/>
              <a:cs typeface="Lexend"/>
              <a:sym typeface="Lexend"/>
            </a:endParaRPr>
          </a:p>
          <a:p>
            <a:pPr indent="-304800" lvl="0" marL="457200" rtl="0" algn="l">
              <a:lnSpc>
                <a:spcPct val="115000"/>
              </a:lnSpc>
              <a:spcBef>
                <a:spcPts val="1200"/>
              </a:spcBef>
              <a:spcAft>
                <a:spcPts val="0"/>
              </a:spcAft>
              <a:buClr>
                <a:schemeClr val="accent1"/>
              </a:buClr>
              <a:buSzPts val="1200"/>
              <a:buFont typeface="Arial"/>
              <a:buChar char="●"/>
            </a:pPr>
            <a:r>
              <a:rPr lang="en" sz="1200">
                <a:solidFill>
                  <a:schemeClr val="accent1"/>
                </a:solidFill>
                <a:latin typeface="Lexend"/>
                <a:ea typeface="Lexend"/>
                <a:cs typeface="Lexend"/>
                <a:sym typeface="Lexend"/>
              </a:rPr>
              <a:t>The response is binary, which makes logistic regression appropriate.</a:t>
            </a:r>
            <a:endParaRPr sz="1200">
              <a:solidFill>
                <a:schemeClr val="accent1"/>
              </a:solidFill>
              <a:latin typeface="Lexend"/>
              <a:ea typeface="Lexend"/>
              <a:cs typeface="Lexend"/>
              <a:sym typeface="Lexend"/>
            </a:endParaRPr>
          </a:p>
          <a:p>
            <a:pPr indent="-304800" lvl="0" marL="457200" rtl="0" algn="l">
              <a:lnSpc>
                <a:spcPct val="115000"/>
              </a:lnSpc>
              <a:spcBef>
                <a:spcPts val="0"/>
              </a:spcBef>
              <a:spcAft>
                <a:spcPts val="0"/>
              </a:spcAft>
              <a:buClr>
                <a:schemeClr val="accent1"/>
              </a:buClr>
              <a:buSzPts val="1200"/>
              <a:buFont typeface="Lexend"/>
              <a:buChar char="●"/>
            </a:pPr>
            <a:r>
              <a:rPr lang="en" sz="1200">
                <a:solidFill>
                  <a:schemeClr val="accent1"/>
                </a:solidFill>
                <a:latin typeface="Lexend"/>
                <a:ea typeface="Lexend"/>
                <a:cs typeface="Lexend"/>
                <a:sym typeface="Lexend"/>
              </a:rPr>
              <a:t>Logistic regression trains quickly and produces stable baselines.</a:t>
            </a:r>
            <a:endParaRPr sz="1200">
              <a:solidFill>
                <a:schemeClr val="accent1"/>
              </a:solidFill>
              <a:latin typeface="Lexend"/>
              <a:ea typeface="Lexend"/>
              <a:cs typeface="Lexend"/>
              <a:sym typeface="Lexend"/>
            </a:endParaRPr>
          </a:p>
          <a:p>
            <a:pPr indent="-304800" lvl="0" marL="457200" rtl="0" algn="l">
              <a:lnSpc>
                <a:spcPct val="115000"/>
              </a:lnSpc>
              <a:spcBef>
                <a:spcPts val="0"/>
              </a:spcBef>
              <a:spcAft>
                <a:spcPts val="0"/>
              </a:spcAft>
              <a:buClr>
                <a:schemeClr val="accent1"/>
              </a:buClr>
              <a:buSzPts val="1200"/>
              <a:buFont typeface="Arial"/>
              <a:buChar char="●"/>
            </a:pPr>
            <a:r>
              <a:rPr lang="en" sz="1200">
                <a:solidFill>
                  <a:schemeClr val="accent1"/>
                </a:solidFill>
                <a:latin typeface="Lexend"/>
                <a:ea typeface="Lexend"/>
                <a:cs typeface="Lexend"/>
                <a:sym typeface="Lexend"/>
              </a:rPr>
              <a:t>It models the log-odds of is_full as a function of engineered time features, price and capacity, coarse location, and weather. This choice aligns with standard practice for binary outcomes and serves as a strong benchmark before considering non-linear models.</a:t>
            </a:r>
            <a:endParaRPr sz="1200">
              <a:solidFill>
                <a:schemeClr val="accent1"/>
              </a:solidFill>
              <a:latin typeface="Lexend"/>
              <a:ea typeface="Lexend"/>
              <a:cs typeface="Lexend"/>
              <a:sym typeface="Lexend"/>
            </a:endParaRPr>
          </a:p>
          <a:p>
            <a:pPr indent="0" lvl="0" marL="0" rtl="0" algn="l">
              <a:lnSpc>
                <a:spcPct val="115000"/>
              </a:lnSpc>
              <a:spcBef>
                <a:spcPts val="0"/>
              </a:spcBef>
              <a:spcAft>
                <a:spcPts val="0"/>
              </a:spcAft>
              <a:buNone/>
            </a:pPr>
            <a:r>
              <a:t/>
            </a:r>
            <a:endParaRPr sz="1200">
              <a:solidFill>
                <a:schemeClr val="accent1"/>
              </a:solidFill>
              <a:latin typeface="Lexend"/>
              <a:ea typeface="Lexend"/>
              <a:cs typeface="Lexend"/>
              <a:sym typeface="Lexend"/>
            </a:endParaRPr>
          </a:p>
        </p:txBody>
      </p:sp>
      <p:sp>
        <p:nvSpPr>
          <p:cNvPr id="2676" name="Google Shape;2676;p129"/>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Lexend SemiBold"/>
                <a:ea typeface="Lexend SemiBold"/>
                <a:cs typeface="Lexend SemiBold"/>
                <a:sym typeface="Lexend SemiBold"/>
              </a:rPr>
              <a:t>‹#›</a:t>
            </a:fld>
            <a:endParaRPr>
              <a:latin typeface="Lexend SemiBold"/>
              <a:ea typeface="Lexend SemiBold"/>
              <a:cs typeface="Lexend SemiBold"/>
              <a:sym typeface="Lexend SemiBold"/>
            </a:endParaRPr>
          </a:p>
        </p:txBody>
      </p:sp>
      <p:graphicFrame>
        <p:nvGraphicFramePr>
          <p:cNvPr id="2677" name="Google Shape;2677;p129"/>
          <p:cNvGraphicFramePr/>
          <p:nvPr/>
        </p:nvGraphicFramePr>
        <p:xfrm>
          <a:off x="5004881" y="1328319"/>
          <a:ext cx="3000000" cy="3000000"/>
        </p:xfrm>
        <a:graphic>
          <a:graphicData uri="http://schemas.openxmlformats.org/drawingml/2006/table">
            <a:tbl>
              <a:tblPr>
                <a:noFill/>
                <a:tableStyleId>{28DE55DC-AC3E-40C7-AF48-FF656AA13A91}</a:tableStyleId>
              </a:tblPr>
              <a:tblGrid>
                <a:gridCol w="1283875"/>
                <a:gridCol w="1283875"/>
                <a:gridCol w="1283875"/>
              </a:tblGrid>
              <a:tr h="396225">
                <a:tc>
                  <a:txBody>
                    <a:bodyPr/>
                    <a:lstStyle/>
                    <a:p>
                      <a:pPr indent="0" lvl="0" marL="0" rtl="0" algn="l">
                        <a:spcBef>
                          <a:spcPts val="0"/>
                        </a:spcBef>
                        <a:spcAft>
                          <a:spcPts val="0"/>
                        </a:spcAft>
                        <a:buNone/>
                      </a:pPr>
                      <a:r>
                        <a:rPr lang="en">
                          <a:solidFill>
                            <a:schemeClr val="lt1"/>
                          </a:solidFill>
                          <a:latin typeface="Lexend"/>
                          <a:ea typeface="Lexend"/>
                          <a:cs typeface="Lexend"/>
                          <a:sym typeface="Lexend"/>
                        </a:rPr>
                        <a:t>Metric</a:t>
                      </a:r>
                      <a:endParaRPr>
                        <a:solidFill>
                          <a:schemeClr val="lt1"/>
                        </a:solidFill>
                        <a:latin typeface="Lexend"/>
                        <a:ea typeface="Lexend"/>
                        <a:cs typeface="Lexend"/>
                        <a:sym typeface="Lexend"/>
                      </a:endParaRPr>
                    </a:p>
                  </a:txBody>
                  <a:tcPr marT="91425" marB="91425" marR="91425" marL="91425">
                    <a:solidFill>
                      <a:schemeClr val="dk1"/>
                    </a:solidFill>
                  </a:tcPr>
                </a:tc>
                <a:tc>
                  <a:txBody>
                    <a:bodyPr/>
                    <a:lstStyle/>
                    <a:p>
                      <a:pPr indent="0" lvl="0" marL="0" rtl="0" algn="l">
                        <a:spcBef>
                          <a:spcPts val="0"/>
                        </a:spcBef>
                        <a:spcAft>
                          <a:spcPts val="0"/>
                        </a:spcAft>
                        <a:buNone/>
                      </a:pPr>
                      <a:r>
                        <a:rPr lang="en">
                          <a:solidFill>
                            <a:schemeClr val="lt1"/>
                          </a:solidFill>
                          <a:latin typeface="Lexend"/>
                          <a:ea typeface="Lexend"/>
                          <a:cs typeface="Lexend"/>
                          <a:sym typeface="Lexend"/>
                        </a:rPr>
                        <a:t>Cross-</a:t>
                      </a:r>
                      <a:endParaRPr>
                        <a:solidFill>
                          <a:schemeClr val="lt1"/>
                        </a:solidFill>
                        <a:latin typeface="Lexend"/>
                        <a:ea typeface="Lexend"/>
                        <a:cs typeface="Lexend"/>
                        <a:sym typeface="Lexend"/>
                      </a:endParaRPr>
                    </a:p>
                    <a:p>
                      <a:pPr indent="0" lvl="0" marL="0" rtl="0" algn="l">
                        <a:spcBef>
                          <a:spcPts val="0"/>
                        </a:spcBef>
                        <a:spcAft>
                          <a:spcPts val="0"/>
                        </a:spcAft>
                        <a:buNone/>
                      </a:pPr>
                      <a:r>
                        <a:rPr lang="en">
                          <a:solidFill>
                            <a:schemeClr val="lt1"/>
                          </a:solidFill>
                          <a:latin typeface="Lexend"/>
                          <a:ea typeface="Lexend"/>
                          <a:cs typeface="Lexend"/>
                          <a:sym typeface="Lexend"/>
                        </a:rPr>
                        <a:t>Validation</a:t>
                      </a:r>
                      <a:endParaRPr>
                        <a:solidFill>
                          <a:schemeClr val="lt1"/>
                        </a:solidFill>
                        <a:latin typeface="Lexend"/>
                        <a:ea typeface="Lexend"/>
                        <a:cs typeface="Lexend"/>
                        <a:sym typeface="Lexend"/>
                      </a:endParaRPr>
                    </a:p>
                  </a:txBody>
                  <a:tcPr marT="91425" marB="91425" marR="91425" marL="91425">
                    <a:solidFill>
                      <a:schemeClr val="dk1"/>
                    </a:solidFill>
                  </a:tcPr>
                </a:tc>
                <a:tc>
                  <a:txBody>
                    <a:bodyPr/>
                    <a:lstStyle/>
                    <a:p>
                      <a:pPr indent="0" lvl="0" marL="0" rtl="0" algn="l">
                        <a:spcBef>
                          <a:spcPts val="0"/>
                        </a:spcBef>
                        <a:spcAft>
                          <a:spcPts val="0"/>
                        </a:spcAft>
                        <a:buNone/>
                      </a:pPr>
                      <a:r>
                        <a:rPr lang="en">
                          <a:solidFill>
                            <a:schemeClr val="lt1"/>
                          </a:solidFill>
                          <a:latin typeface="Lexend"/>
                          <a:ea typeface="Lexend"/>
                          <a:cs typeface="Lexend"/>
                          <a:sym typeface="Lexend"/>
                        </a:rPr>
                        <a:t>Test Set</a:t>
                      </a:r>
                      <a:endParaRPr>
                        <a:solidFill>
                          <a:schemeClr val="lt1"/>
                        </a:solidFill>
                        <a:latin typeface="Lexend"/>
                        <a:ea typeface="Lexend"/>
                        <a:cs typeface="Lexend"/>
                        <a:sym typeface="Lexend"/>
                      </a:endParaRPr>
                    </a:p>
                  </a:txBody>
                  <a:tcPr marT="91425" marB="91425" marR="91425" marL="91425">
                    <a:solidFill>
                      <a:schemeClr val="dk1"/>
                    </a:solidFill>
                  </a:tcPr>
                </a:tc>
              </a:tr>
              <a:tr h="396225">
                <a:tc>
                  <a:txBody>
                    <a:bodyPr/>
                    <a:lstStyle/>
                    <a:p>
                      <a:pPr indent="0" lvl="0" marL="0" rtl="0" algn="l">
                        <a:spcBef>
                          <a:spcPts val="0"/>
                        </a:spcBef>
                        <a:spcAft>
                          <a:spcPts val="0"/>
                        </a:spcAft>
                        <a:buNone/>
                      </a:pPr>
                      <a:r>
                        <a:rPr lang="en" sz="1300">
                          <a:latin typeface="Lexend"/>
                          <a:ea typeface="Lexend"/>
                          <a:cs typeface="Lexend"/>
                          <a:sym typeface="Lexend"/>
                        </a:rPr>
                        <a:t>Accuracy</a:t>
                      </a:r>
                      <a:endParaRPr sz="1300">
                        <a:latin typeface="Lexend"/>
                        <a:ea typeface="Lexend"/>
                        <a:cs typeface="Lexend"/>
                        <a:sym typeface="Lexend"/>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Lexend"/>
                          <a:ea typeface="Lexend"/>
                          <a:cs typeface="Lexend"/>
                          <a:sym typeface="Lexend"/>
                        </a:rPr>
                        <a:t>0.8801</a:t>
                      </a:r>
                      <a:endParaRPr sz="1300">
                        <a:latin typeface="Lexend"/>
                        <a:ea typeface="Lexend"/>
                        <a:cs typeface="Lexend"/>
                        <a:sym typeface="Lexend"/>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Lexend"/>
                          <a:ea typeface="Lexend"/>
                          <a:cs typeface="Lexend"/>
                          <a:sym typeface="Lexend"/>
                        </a:rPr>
                        <a:t>0.861</a:t>
                      </a:r>
                      <a:endParaRPr sz="1300">
                        <a:latin typeface="Lexend"/>
                        <a:ea typeface="Lexend"/>
                        <a:cs typeface="Lexend"/>
                        <a:sym typeface="Lexend"/>
                      </a:endParaRPr>
                    </a:p>
                  </a:txBody>
                  <a:tcPr marT="91425" marB="91425" marR="91425" marL="91425">
                    <a:lnB cap="flat" cmpd="sng" w="9525">
                      <a:solidFill>
                        <a:srgbClr val="9E9E9E"/>
                      </a:solidFill>
                      <a:prstDash val="solid"/>
                      <a:round/>
                      <a:headEnd len="sm" w="sm" type="none"/>
                      <a:tailEnd len="sm" w="sm" type="none"/>
                    </a:lnB>
                  </a:tcPr>
                </a:tc>
              </a:tr>
              <a:tr h="396225">
                <a:tc>
                  <a:txBody>
                    <a:bodyPr/>
                    <a:lstStyle/>
                    <a:p>
                      <a:pPr indent="0" lvl="0" marL="0" rtl="0" algn="l">
                        <a:spcBef>
                          <a:spcPts val="0"/>
                        </a:spcBef>
                        <a:spcAft>
                          <a:spcPts val="0"/>
                        </a:spcAft>
                        <a:buNone/>
                      </a:pPr>
                      <a:r>
                        <a:rPr lang="en" sz="1300">
                          <a:latin typeface="Lexend"/>
                          <a:ea typeface="Lexend"/>
                          <a:cs typeface="Lexend"/>
                          <a:sym typeface="Lexend"/>
                        </a:rPr>
                        <a:t>F1-Score</a:t>
                      </a:r>
                      <a:endParaRPr sz="13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Lexend"/>
                          <a:ea typeface="Lexend"/>
                          <a:cs typeface="Lexend"/>
                          <a:sym typeface="Lexend"/>
                        </a:rPr>
                        <a:t>0.6081</a:t>
                      </a:r>
                      <a:endParaRPr sz="13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Lexend"/>
                          <a:ea typeface="Lexend"/>
                          <a:cs typeface="Lexend"/>
                          <a:sym typeface="Lexend"/>
                        </a:rPr>
                        <a:t>0.825</a:t>
                      </a:r>
                      <a:endParaRPr sz="13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96225">
                <a:tc>
                  <a:txBody>
                    <a:bodyPr/>
                    <a:lstStyle/>
                    <a:p>
                      <a:pPr indent="0" lvl="0" marL="0" rtl="0" algn="l">
                        <a:spcBef>
                          <a:spcPts val="0"/>
                        </a:spcBef>
                        <a:spcAft>
                          <a:spcPts val="0"/>
                        </a:spcAft>
                        <a:buNone/>
                      </a:pPr>
                      <a:r>
                        <a:rPr lang="en" sz="1300">
                          <a:latin typeface="Lexend"/>
                          <a:ea typeface="Lexend"/>
                          <a:cs typeface="Lexend"/>
                          <a:sym typeface="Lexend"/>
                        </a:rPr>
                        <a:t>ROC-AUC</a:t>
                      </a:r>
                      <a:endParaRPr sz="13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Lexend"/>
                          <a:ea typeface="Lexend"/>
                          <a:cs typeface="Lexend"/>
                          <a:sym typeface="Lexend"/>
                        </a:rPr>
                        <a:t>0.8381</a:t>
                      </a:r>
                      <a:endParaRPr sz="13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Lexend"/>
                          <a:ea typeface="Lexend"/>
                          <a:cs typeface="Lexend"/>
                          <a:sym typeface="Lexend"/>
                        </a:rPr>
                        <a:t>0.899</a:t>
                      </a:r>
                      <a:endParaRPr sz="13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96225">
                <a:tc>
                  <a:txBody>
                    <a:bodyPr/>
                    <a:lstStyle/>
                    <a:p>
                      <a:pPr indent="0" lvl="0" marL="0" rtl="0" algn="l">
                        <a:spcBef>
                          <a:spcPts val="0"/>
                        </a:spcBef>
                        <a:spcAft>
                          <a:spcPts val="0"/>
                        </a:spcAft>
                        <a:buNone/>
                      </a:pPr>
                      <a:r>
                        <a:rPr lang="en" sz="1300">
                          <a:latin typeface="Lexend"/>
                          <a:ea typeface="Lexend"/>
                          <a:cs typeface="Lexend"/>
                          <a:sym typeface="Lexend"/>
                        </a:rPr>
                        <a:t>Precision</a:t>
                      </a:r>
                      <a:endParaRPr sz="1300">
                        <a:latin typeface="Lexend"/>
                        <a:ea typeface="Lexend"/>
                        <a:cs typeface="Lexend"/>
                        <a:sym typeface="Lexend"/>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300">
                          <a:latin typeface="Lexend"/>
                          <a:ea typeface="Lexend"/>
                          <a:cs typeface="Lexend"/>
                          <a:sym typeface="Lexend"/>
                        </a:rPr>
                        <a:t>0.842</a:t>
                      </a:r>
                      <a:endParaRPr sz="1300">
                        <a:latin typeface="Lexend"/>
                        <a:ea typeface="Lexend"/>
                        <a:cs typeface="Lexend"/>
                        <a:sym typeface="Lexend"/>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300">
                          <a:latin typeface="Lexend"/>
                          <a:ea typeface="Lexend"/>
                          <a:cs typeface="Lexend"/>
                          <a:sym typeface="Lexend"/>
                        </a:rPr>
                        <a:t>0.838</a:t>
                      </a:r>
                      <a:endParaRPr sz="1300">
                        <a:latin typeface="Lexend"/>
                        <a:ea typeface="Lexend"/>
                        <a:cs typeface="Lexend"/>
                        <a:sym typeface="Lexend"/>
                      </a:endParaRPr>
                    </a:p>
                  </a:txBody>
                  <a:tcPr marT="91425" marB="91425" marR="91425" marL="91425">
                    <a:lnT cap="flat" cmpd="sng" w="9525">
                      <a:solidFill>
                        <a:srgbClr val="9E9E9E"/>
                      </a:solidFill>
                      <a:prstDash val="solid"/>
                      <a:round/>
                      <a:headEnd len="sm" w="sm" type="none"/>
                      <a:tailEnd len="sm" w="sm" type="none"/>
                    </a:lnT>
                  </a:tcPr>
                </a:tc>
              </a:tr>
              <a:tr h="396225">
                <a:tc>
                  <a:txBody>
                    <a:bodyPr/>
                    <a:lstStyle/>
                    <a:p>
                      <a:pPr indent="0" lvl="0" marL="0" rtl="0" algn="l">
                        <a:spcBef>
                          <a:spcPts val="0"/>
                        </a:spcBef>
                        <a:spcAft>
                          <a:spcPts val="0"/>
                        </a:spcAft>
                        <a:buNone/>
                      </a:pPr>
                      <a:r>
                        <a:rPr lang="en" sz="1300">
                          <a:latin typeface="Lexend"/>
                          <a:ea typeface="Lexend"/>
                          <a:cs typeface="Lexend"/>
                          <a:sym typeface="Lexend"/>
                        </a:rPr>
                        <a:t>Recall</a:t>
                      </a:r>
                      <a:endParaRPr sz="1300">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300">
                          <a:latin typeface="Lexend"/>
                          <a:ea typeface="Lexend"/>
                          <a:cs typeface="Lexend"/>
                          <a:sym typeface="Lexend"/>
                        </a:rPr>
                        <a:t>0.806</a:t>
                      </a:r>
                      <a:endParaRPr sz="1300">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300">
                          <a:latin typeface="Lexend"/>
                          <a:ea typeface="Lexend"/>
                          <a:cs typeface="Lexend"/>
                          <a:sym typeface="Lexend"/>
                        </a:rPr>
                        <a:t>0.812</a:t>
                      </a:r>
                      <a:endParaRPr sz="1300">
                        <a:latin typeface="Lexend"/>
                        <a:ea typeface="Lexend"/>
                        <a:cs typeface="Lexend"/>
                        <a:sym typeface="Lexend"/>
                      </a:endParaRPr>
                    </a:p>
                  </a:txBody>
                  <a:tcPr marT="91425" marB="91425" marR="91425" marL="91425"/>
                </a:tc>
              </a:tr>
              <a:tr h="396225">
                <a:tc>
                  <a:txBody>
                    <a:bodyPr/>
                    <a:lstStyle/>
                    <a:p>
                      <a:pPr indent="0" lvl="0" marL="0" rtl="0" algn="l">
                        <a:spcBef>
                          <a:spcPts val="0"/>
                        </a:spcBef>
                        <a:spcAft>
                          <a:spcPts val="0"/>
                        </a:spcAft>
                        <a:buNone/>
                      </a:pPr>
                      <a:r>
                        <a:rPr lang="en" sz="1300">
                          <a:latin typeface="Lexend"/>
                          <a:ea typeface="Lexend"/>
                          <a:cs typeface="Lexend"/>
                          <a:sym typeface="Lexend"/>
                        </a:rPr>
                        <a:t>Test Error Rate</a:t>
                      </a:r>
                      <a:endParaRPr sz="1300">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t/>
                      </a:r>
                      <a:endParaRPr sz="1300">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300">
                          <a:latin typeface="Lexend"/>
                          <a:ea typeface="Lexend"/>
                          <a:cs typeface="Lexend"/>
                          <a:sym typeface="Lexend"/>
                        </a:rPr>
                        <a:t>13.9%</a:t>
                      </a:r>
                      <a:endParaRPr sz="1300">
                        <a:latin typeface="Lexend"/>
                        <a:ea typeface="Lexend"/>
                        <a:cs typeface="Lexend"/>
                        <a:sym typeface="Lexend"/>
                      </a:endParaRPr>
                    </a:p>
                  </a:txBody>
                  <a:tcPr marT="91425" marB="91425" marR="91425" marL="91425"/>
                </a:tc>
              </a:tr>
            </a:tbl>
          </a:graphicData>
        </a:graphic>
      </p:graphicFrame>
      <p:sp>
        <p:nvSpPr>
          <p:cNvPr id="2678" name="Google Shape;2678;p129"/>
          <p:cNvSpPr txBox="1"/>
          <p:nvPr/>
        </p:nvSpPr>
        <p:spPr>
          <a:xfrm>
            <a:off x="4911357" y="4546425"/>
            <a:ext cx="4275000" cy="5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Lexend"/>
                <a:ea typeface="Lexend"/>
                <a:cs typeface="Lexend"/>
                <a:sym typeface="Lexend"/>
              </a:rPr>
              <a:t>Training Accuracy: 0.88 vs Test accuracy: 0.86 (minimal overfitting)</a:t>
            </a:r>
            <a:endParaRPr sz="1000">
              <a:solidFill>
                <a:schemeClr val="dk1"/>
              </a:solidFill>
              <a:latin typeface="Lexend"/>
              <a:ea typeface="Lexend"/>
              <a:cs typeface="Lexend"/>
              <a:sym typeface="Lexend"/>
            </a:endParaRPr>
          </a:p>
          <a:p>
            <a:pPr indent="0" lvl="0" marL="0" rtl="0" algn="l">
              <a:spcBef>
                <a:spcPts val="0"/>
              </a:spcBef>
              <a:spcAft>
                <a:spcPts val="0"/>
              </a:spcAft>
              <a:buNone/>
            </a:pPr>
            <a:r>
              <a:rPr lang="en" sz="1000">
                <a:solidFill>
                  <a:schemeClr val="dk1"/>
                </a:solidFill>
                <a:latin typeface="Lexend"/>
                <a:ea typeface="Lexend"/>
                <a:cs typeface="Lexend"/>
                <a:sym typeface="Lexend"/>
              </a:rPr>
              <a:t>70/30 train test split to maintain class balance</a:t>
            </a:r>
            <a:endParaRPr sz="1000">
              <a:solidFill>
                <a:schemeClr val="dk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2" name="Shape 2682"/>
        <p:cNvGrpSpPr/>
        <p:nvPr/>
      </p:nvGrpSpPr>
      <p:grpSpPr>
        <a:xfrm>
          <a:off x="0" y="0"/>
          <a:ext cx="0" cy="0"/>
          <a:chOff x="0" y="0"/>
          <a:chExt cx="0" cy="0"/>
        </a:xfrm>
      </p:grpSpPr>
      <p:sp>
        <p:nvSpPr>
          <p:cNvPr id="2683" name="Google Shape;2683;p130"/>
          <p:cNvSpPr txBox="1"/>
          <p:nvPr>
            <p:ph type="title"/>
          </p:nvPr>
        </p:nvSpPr>
        <p:spPr>
          <a:xfrm>
            <a:off x="333925" y="587150"/>
            <a:ext cx="8475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783F04"/>
                </a:solidFill>
                <a:latin typeface="Lexend SemiBold"/>
                <a:ea typeface="Lexend SemiBold"/>
                <a:cs typeface="Lexend SemiBold"/>
                <a:sym typeface="Lexend SemiBold"/>
              </a:rPr>
              <a:t>Benchmark Model</a:t>
            </a:r>
            <a:endParaRPr>
              <a:solidFill>
                <a:srgbClr val="783F04"/>
              </a:solidFill>
              <a:latin typeface="Lexend SemiBold"/>
              <a:ea typeface="Lexend SemiBold"/>
              <a:cs typeface="Lexend SemiBold"/>
              <a:sym typeface="Lexend SemiBold"/>
            </a:endParaRPr>
          </a:p>
        </p:txBody>
      </p:sp>
      <p:sp>
        <p:nvSpPr>
          <p:cNvPr id="2684" name="Google Shape;2684;p130"/>
          <p:cNvSpPr txBox="1"/>
          <p:nvPr>
            <p:ph idx="1" type="body"/>
          </p:nvPr>
        </p:nvSpPr>
        <p:spPr>
          <a:xfrm>
            <a:off x="333925" y="1287675"/>
            <a:ext cx="3759300" cy="2859900"/>
          </a:xfrm>
          <a:prstGeom prst="rect">
            <a:avLst/>
          </a:prstGeom>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chemeClr val="accent1"/>
                </a:solidFill>
                <a:latin typeface="Lexend"/>
                <a:ea typeface="Lexend"/>
                <a:cs typeface="Lexend"/>
                <a:sym typeface="Lexend"/>
              </a:rPr>
              <a:t>We used Random Forest and Gradient Boosting Classifier for our benchmark models which were tested to compare against the Logistic Regression baseline. The justifications are:</a:t>
            </a:r>
            <a:endParaRPr sz="1200">
              <a:solidFill>
                <a:schemeClr val="accent1"/>
              </a:solidFill>
              <a:latin typeface="Lexend"/>
              <a:ea typeface="Lexend"/>
              <a:cs typeface="Lexend"/>
              <a:sym typeface="Lexend"/>
            </a:endParaRPr>
          </a:p>
          <a:p>
            <a:pPr indent="-304800" lvl="0" marL="457200" rtl="0" algn="l">
              <a:lnSpc>
                <a:spcPct val="115000"/>
              </a:lnSpc>
              <a:spcBef>
                <a:spcPts val="1200"/>
              </a:spcBef>
              <a:spcAft>
                <a:spcPts val="0"/>
              </a:spcAft>
              <a:buClr>
                <a:schemeClr val="accent1"/>
              </a:buClr>
              <a:buSzPts val="1200"/>
              <a:buFont typeface="Lexend"/>
              <a:buChar char="●"/>
            </a:pPr>
            <a:r>
              <a:rPr b="1" lang="en" sz="1200">
                <a:solidFill>
                  <a:schemeClr val="accent1"/>
                </a:solidFill>
                <a:latin typeface="Lexend"/>
                <a:ea typeface="Lexend"/>
                <a:cs typeface="Lexend"/>
                <a:sym typeface="Lexend"/>
              </a:rPr>
              <a:t>Random Forest</a:t>
            </a:r>
            <a:r>
              <a:rPr lang="en" sz="1200">
                <a:solidFill>
                  <a:schemeClr val="accent1"/>
                </a:solidFill>
                <a:latin typeface="Lexend"/>
                <a:ea typeface="Lexend"/>
                <a:cs typeface="Lexend"/>
                <a:sym typeface="Lexend"/>
              </a:rPr>
              <a:t> captures complex interactions in parking behavior, reduces overfitting, and provides stable, reliable benchmark comparisons.</a:t>
            </a:r>
            <a:endParaRPr sz="1200">
              <a:solidFill>
                <a:schemeClr val="accent1"/>
              </a:solidFill>
              <a:latin typeface="Lexend"/>
              <a:ea typeface="Lexend"/>
              <a:cs typeface="Lexend"/>
              <a:sym typeface="Lexend"/>
            </a:endParaRPr>
          </a:p>
          <a:p>
            <a:pPr indent="-304800" lvl="0" marL="457200" rtl="0" algn="l">
              <a:lnSpc>
                <a:spcPct val="115000"/>
              </a:lnSpc>
              <a:spcBef>
                <a:spcPts val="0"/>
              </a:spcBef>
              <a:spcAft>
                <a:spcPts val="0"/>
              </a:spcAft>
              <a:buClr>
                <a:schemeClr val="accent1"/>
              </a:buClr>
              <a:buSzPts val="1200"/>
              <a:buFont typeface="Lexend"/>
              <a:buChar char="●"/>
            </a:pPr>
            <a:r>
              <a:rPr b="1" lang="en" sz="1200">
                <a:solidFill>
                  <a:schemeClr val="accent1"/>
                </a:solidFill>
                <a:latin typeface="Lexend"/>
                <a:ea typeface="Lexend"/>
                <a:cs typeface="Lexend"/>
                <a:sym typeface="Lexend"/>
              </a:rPr>
              <a:t>Gradient Boosting</a:t>
            </a:r>
            <a:r>
              <a:rPr lang="en" sz="1200">
                <a:solidFill>
                  <a:schemeClr val="accent1"/>
                </a:solidFill>
                <a:latin typeface="Lexend"/>
                <a:ea typeface="Lexend"/>
                <a:cs typeface="Lexend"/>
                <a:sym typeface="Lexend"/>
              </a:rPr>
              <a:t> sequentially builds trees, corrects errors, captures subtle parking demand trends, offering strong benchmark accuracy.</a:t>
            </a:r>
            <a:endParaRPr sz="1200">
              <a:solidFill>
                <a:schemeClr val="accent1"/>
              </a:solidFill>
              <a:latin typeface="Lexend"/>
              <a:ea typeface="Lexend"/>
              <a:cs typeface="Lexend"/>
              <a:sym typeface="Lexend"/>
            </a:endParaRPr>
          </a:p>
        </p:txBody>
      </p:sp>
      <p:sp>
        <p:nvSpPr>
          <p:cNvPr id="2685" name="Google Shape;2685;p130"/>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Lexend SemiBold"/>
                <a:ea typeface="Lexend SemiBold"/>
                <a:cs typeface="Lexend SemiBold"/>
                <a:sym typeface="Lexend SemiBold"/>
              </a:rPr>
              <a:t>‹#›</a:t>
            </a:fld>
            <a:endParaRPr>
              <a:latin typeface="Lexend SemiBold"/>
              <a:ea typeface="Lexend SemiBold"/>
              <a:cs typeface="Lexend SemiBold"/>
              <a:sym typeface="Lexend SemiBold"/>
            </a:endParaRPr>
          </a:p>
        </p:txBody>
      </p:sp>
      <p:graphicFrame>
        <p:nvGraphicFramePr>
          <p:cNvPr id="2686" name="Google Shape;2686;p130"/>
          <p:cNvGraphicFramePr/>
          <p:nvPr/>
        </p:nvGraphicFramePr>
        <p:xfrm>
          <a:off x="4297631" y="1454369"/>
          <a:ext cx="3000000" cy="3000000"/>
        </p:xfrm>
        <a:graphic>
          <a:graphicData uri="http://schemas.openxmlformats.org/drawingml/2006/table">
            <a:tbl>
              <a:tblPr>
                <a:noFill/>
                <a:tableStyleId>{28DE55DC-AC3E-40C7-AF48-FF656AA13A91}</a:tableStyleId>
              </a:tblPr>
              <a:tblGrid>
                <a:gridCol w="1160725"/>
                <a:gridCol w="1160725"/>
                <a:gridCol w="1160725"/>
                <a:gridCol w="1160725"/>
              </a:tblGrid>
              <a:tr h="763425">
                <a:tc>
                  <a:txBody>
                    <a:bodyPr/>
                    <a:lstStyle/>
                    <a:p>
                      <a:pPr indent="0" lvl="0" marL="0" rtl="0" algn="l">
                        <a:spcBef>
                          <a:spcPts val="0"/>
                        </a:spcBef>
                        <a:spcAft>
                          <a:spcPts val="0"/>
                        </a:spcAft>
                        <a:buNone/>
                      </a:pPr>
                      <a:r>
                        <a:rPr lang="en">
                          <a:solidFill>
                            <a:schemeClr val="lt1"/>
                          </a:solidFill>
                          <a:latin typeface="Lexend"/>
                          <a:ea typeface="Lexend"/>
                          <a:cs typeface="Lexend"/>
                          <a:sym typeface="Lexend"/>
                        </a:rPr>
                        <a:t>Metric</a:t>
                      </a:r>
                      <a:endParaRPr>
                        <a:solidFill>
                          <a:schemeClr val="lt1"/>
                        </a:solidFill>
                        <a:latin typeface="Lexend"/>
                        <a:ea typeface="Lexend"/>
                        <a:cs typeface="Lexend"/>
                        <a:sym typeface="Lexend"/>
                      </a:endParaRPr>
                    </a:p>
                  </a:txBody>
                  <a:tcPr marT="91425" marB="91425" marR="91425" marL="91425">
                    <a:solidFill>
                      <a:srgbClr val="351C75"/>
                    </a:solidFill>
                  </a:tcPr>
                </a:tc>
                <a:tc>
                  <a:txBody>
                    <a:bodyPr/>
                    <a:lstStyle/>
                    <a:p>
                      <a:pPr indent="0" lvl="0" marL="0" rtl="0" algn="l">
                        <a:spcBef>
                          <a:spcPts val="0"/>
                        </a:spcBef>
                        <a:spcAft>
                          <a:spcPts val="0"/>
                        </a:spcAft>
                        <a:buNone/>
                      </a:pPr>
                      <a:r>
                        <a:rPr lang="en">
                          <a:solidFill>
                            <a:schemeClr val="lt1"/>
                          </a:solidFill>
                          <a:latin typeface="Lexend"/>
                          <a:ea typeface="Lexend"/>
                          <a:cs typeface="Lexend"/>
                          <a:sym typeface="Lexend"/>
                        </a:rPr>
                        <a:t>Logistic Regression (Baseline)</a:t>
                      </a:r>
                      <a:endParaRPr>
                        <a:solidFill>
                          <a:schemeClr val="lt1"/>
                        </a:solidFill>
                        <a:latin typeface="Lexend"/>
                        <a:ea typeface="Lexend"/>
                        <a:cs typeface="Lexend"/>
                        <a:sym typeface="Lexend"/>
                      </a:endParaRPr>
                    </a:p>
                  </a:txBody>
                  <a:tcPr marT="91425" marB="91425" marR="91425" marL="91425">
                    <a:solidFill>
                      <a:srgbClr val="351C75"/>
                    </a:solidFill>
                  </a:tcPr>
                </a:tc>
                <a:tc>
                  <a:txBody>
                    <a:bodyPr/>
                    <a:lstStyle/>
                    <a:p>
                      <a:pPr indent="0" lvl="0" marL="0" rtl="0" algn="l">
                        <a:spcBef>
                          <a:spcPts val="0"/>
                        </a:spcBef>
                        <a:spcAft>
                          <a:spcPts val="0"/>
                        </a:spcAft>
                        <a:buNone/>
                      </a:pPr>
                      <a:r>
                        <a:rPr lang="en">
                          <a:solidFill>
                            <a:schemeClr val="lt1"/>
                          </a:solidFill>
                          <a:latin typeface="Lexend"/>
                          <a:ea typeface="Lexend"/>
                          <a:cs typeface="Lexend"/>
                          <a:sym typeface="Lexend"/>
                        </a:rPr>
                        <a:t>Random Forest</a:t>
                      </a:r>
                      <a:endParaRPr>
                        <a:solidFill>
                          <a:schemeClr val="lt1"/>
                        </a:solidFill>
                        <a:latin typeface="Lexend"/>
                        <a:ea typeface="Lexend"/>
                        <a:cs typeface="Lexend"/>
                        <a:sym typeface="Lexend"/>
                      </a:endParaRPr>
                    </a:p>
                  </a:txBody>
                  <a:tcPr marT="91425" marB="91425" marR="91425" marL="91425">
                    <a:solidFill>
                      <a:srgbClr val="351C75"/>
                    </a:solidFill>
                  </a:tcPr>
                </a:tc>
                <a:tc>
                  <a:txBody>
                    <a:bodyPr/>
                    <a:lstStyle/>
                    <a:p>
                      <a:pPr indent="0" lvl="0" marL="0" rtl="0" algn="l">
                        <a:spcBef>
                          <a:spcPts val="0"/>
                        </a:spcBef>
                        <a:spcAft>
                          <a:spcPts val="0"/>
                        </a:spcAft>
                        <a:buNone/>
                      </a:pPr>
                      <a:r>
                        <a:rPr lang="en">
                          <a:solidFill>
                            <a:schemeClr val="lt1"/>
                          </a:solidFill>
                          <a:latin typeface="Lexend"/>
                          <a:ea typeface="Lexend"/>
                          <a:cs typeface="Lexend"/>
                          <a:sym typeface="Lexend"/>
                        </a:rPr>
                        <a:t>Gradient Boosting</a:t>
                      </a:r>
                      <a:endParaRPr>
                        <a:solidFill>
                          <a:schemeClr val="lt1"/>
                        </a:solidFill>
                        <a:latin typeface="Lexend"/>
                        <a:ea typeface="Lexend"/>
                        <a:cs typeface="Lexend"/>
                        <a:sym typeface="Lexend"/>
                      </a:endParaRPr>
                    </a:p>
                  </a:txBody>
                  <a:tcPr marT="91425" marB="91425" marR="91425" marL="91425">
                    <a:solidFill>
                      <a:srgbClr val="351C75"/>
                    </a:solidFill>
                  </a:tcPr>
                </a:tc>
              </a:tr>
              <a:tr h="367575">
                <a:tc>
                  <a:txBody>
                    <a:bodyPr/>
                    <a:lstStyle/>
                    <a:p>
                      <a:pPr indent="0" lvl="0" marL="0" rtl="0" algn="l">
                        <a:spcBef>
                          <a:spcPts val="0"/>
                        </a:spcBef>
                        <a:spcAft>
                          <a:spcPts val="0"/>
                        </a:spcAft>
                        <a:buNone/>
                      </a:pPr>
                      <a:r>
                        <a:rPr lang="en" sz="1300">
                          <a:latin typeface="Lexend"/>
                          <a:ea typeface="Lexend"/>
                          <a:cs typeface="Lexend"/>
                          <a:sym typeface="Lexend"/>
                        </a:rPr>
                        <a:t>Accuracy</a:t>
                      </a:r>
                      <a:endParaRPr sz="1300">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Clr>
                          <a:schemeClr val="accent1"/>
                        </a:buClr>
                        <a:buSzPts val="1100"/>
                        <a:buFont typeface="Arial"/>
                        <a:buNone/>
                      </a:pPr>
                      <a:r>
                        <a:rPr lang="en" sz="1300">
                          <a:solidFill>
                            <a:schemeClr val="accent1"/>
                          </a:solidFill>
                          <a:latin typeface="Lexend"/>
                          <a:ea typeface="Lexend"/>
                          <a:cs typeface="Lexend"/>
                          <a:sym typeface="Lexend"/>
                        </a:rPr>
                        <a:t>0.861</a:t>
                      </a:r>
                      <a:endParaRPr>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a:latin typeface="Lexend"/>
                          <a:ea typeface="Lexend"/>
                          <a:cs typeface="Lexend"/>
                          <a:sym typeface="Lexend"/>
                        </a:rPr>
                        <a:t>.8087</a:t>
                      </a:r>
                      <a:endParaRPr>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300">
                          <a:latin typeface="Lexend"/>
                          <a:ea typeface="Lexend"/>
                          <a:cs typeface="Lexend"/>
                          <a:sym typeface="Lexend"/>
                        </a:rPr>
                        <a:t>.8787</a:t>
                      </a:r>
                      <a:endParaRPr sz="1300">
                        <a:latin typeface="Lexend"/>
                        <a:ea typeface="Lexend"/>
                        <a:cs typeface="Lexend"/>
                        <a:sym typeface="Lexend"/>
                      </a:endParaRPr>
                    </a:p>
                  </a:txBody>
                  <a:tcPr marT="91425" marB="91425" marR="91425" marL="91425"/>
                </a:tc>
              </a:tr>
              <a:tr h="367575">
                <a:tc>
                  <a:txBody>
                    <a:bodyPr/>
                    <a:lstStyle/>
                    <a:p>
                      <a:pPr indent="0" lvl="0" marL="0" rtl="0" algn="l">
                        <a:spcBef>
                          <a:spcPts val="0"/>
                        </a:spcBef>
                        <a:spcAft>
                          <a:spcPts val="0"/>
                        </a:spcAft>
                        <a:buNone/>
                      </a:pPr>
                      <a:r>
                        <a:rPr lang="en" sz="1300">
                          <a:latin typeface="Lexend"/>
                          <a:ea typeface="Lexend"/>
                          <a:cs typeface="Lexend"/>
                          <a:sym typeface="Lexend"/>
                        </a:rPr>
                        <a:t>F1-Score</a:t>
                      </a:r>
                      <a:endParaRPr sz="1300">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300">
                          <a:solidFill>
                            <a:schemeClr val="accent1"/>
                          </a:solidFill>
                          <a:latin typeface="Lexend"/>
                          <a:ea typeface="Lexend"/>
                          <a:cs typeface="Lexend"/>
                          <a:sym typeface="Lexend"/>
                        </a:rPr>
                        <a:t>0.825</a:t>
                      </a:r>
                      <a:endParaRPr>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a:latin typeface="Lexend"/>
                          <a:ea typeface="Lexend"/>
                          <a:cs typeface="Lexend"/>
                          <a:sym typeface="Lexend"/>
                        </a:rPr>
                        <a:t>.6977</a:t>
                      </a:r>
                      <a:endParaRPr>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300">
                          <a:latin typeface="Lexend"/>
                          <a:ea typeface="Lexend"/>
                          <a:cs typeface="Lexend"/>
                          <a:sym typeface="Lexend"/>
                        </a:rPr>
                        <a:t>.5416</a:t>
                      </a:r>
                      <a:endParaRPr sz="1300">
                        <a:latin typeface="Lexend"/>
                        <a:ea typeface="Lexend"/>
                        <a:cs typeface="Lexend"/>
                        <a:sym typeface="Lexend"/>
                      </a:endParaRPr>
                    </a:p>
                  </a:txBody>
                  <a:tcPr marT="91425" marB="91425" marR="91425" marL="91425"/>
                </a:tc>
              </a:tr>
              <a:tr h="367575">
                <a:tc>
                  <a:txBody>
                    <a:bodyPr/>
                    <a:lstStyle/>
                    <a:p>
                      <a:pPr indent="0" lvl="0" marL="0" rtl="0" algn="l">
                        <a:spcBef>
                          <a:spcPts val="0"/>
                        </a:spcBef>
                        <a:spcAft>
                          <a:spcPts val="0"/>
                        </a:spcAft>
                        <a:buNone/>
                      </a:pPr>
                      <a:r>
                        <a:rPr lang="en" sz="1300">
                          <a:latin typeface="Lexend"/>
                          <a:ea typeface="Lexend"/>
                          <a:cs typeface="Lexend"/>
                          <a:sym typeface="Lexend"/>
                        </a:rPr>
                        <a:t>ROC-AUC</a:t>
                      </a:r>
                      <a:endParaRPr sz="1300">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300">
                          <a:solidFill>
                            <a:schemeClr val="accent1"/>
                          </a:solidFill>
                          <a:latin typeface="Lexend"/>
                          <a:ea typeface="Lexend"/>
                          <a:cs typeface="Lexend"/>
                          <a:sym typeface="Lexend"/>
                        </a:rPr>
                        <a:t>0.899</a:t>
                      </a:r>
                      <a:endParaRPr>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a:latin typeface="Lexend"/>
                          <a:ea typeface="Lexend"/>
                          <a:cs typeface="Lexend"/>
                          <a:sym typeface="Lexend"/>
                        </a:rPr>
                        <a:t>.8901</a:t>
                      </a:r>
                      <a:endParaRPr>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300">
                          <a:latin typeface="Lexend"/>
                          <a:ea typeface="Lexend"/>
                          <a:cs typeface="Lexend"/>
                          <a:sym typeface="Lexend"/>
                        </a:rPr>
                        <a:t>.8051</a:t>
                      </a:r>
                      <a:endParaRPr sz="1300">
                        <a:latin typeface="Lexend"/>
                        <a:ea typeface="Lexend"/>
                        <a:cs typeface="Lexend"/>
                        <a:sym typeface="Lexend"/>
                      </a:endParaRPr>
                    </a:p>
                  </a:txBody>
                  <a:tcPr marT="91425" marB="91425" marR="91425" marL="91425"/>
                </a:tc>
              </a:tr>
              <a:tr h="537200">
                <a:tc>
                  <a:txBody>
                    <a:bodyPr/>
                    <a:lstStyle/>
                    <a:p>
                      <a:pPr indent="0" lvl="0" marL="0" rtl="0" algn="l">
                        <a:spcBef>
                          <a:spcPts val="0"/>
                        </a:spcBef>
                        <a:spcAft>
                          <a:spcPts val="0"/>
                        </a:spcAft>
                        <a:buNone/>
                      </a:pPr>
                      <a:r>
                        <a:rPr lang="en" sz="1300">
                          <a:latin typeface="Lexend"/>
                          <a:ea typeface="Lexend"/>
                          <a:cs typeface="Lexend"/>
                          <a:sym typeface="Lexend"/>
                        </a:rPr>
                        <a:t>Test Error Rate</a:t>
                      </a:r>
                      <a:endParaRPr sz="1300">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300">
                          <a:latin typeface="Lexend"/>
                          <a:ea typeface="Lexend"/>
                          <a:cs typeface="Lexend"/>
                          <a:sym typeface="Lexend"/>
                        </a:rPr>
                        <a:t>.139</a:t>
                      </a:r>
                      <a:endParaRPr sz="1300">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a:latin typeface="Lexend"/>
                          <a:ea typeface="Lexend"/>
                          <a:cs typeface="Lexend"/>
                          <a:sym typeface="Lexend"/>
                        </a:rPr>
                        <a:t>.1913</a:t>
                      </a:r>
                      <a:endParaRPr>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en" sz="1300">
                          <a:latin typeface="Lexend"/>
                          <a:ea typeface="Lexend"/>
                          <a:cs typeface="Lexend"/>
                          <a:sym typeface="Lexend"/>
                        </a:rPr>
                        <a:t>.1213</a:t>
                      </a:r>
                      <a:endParaRPr sz="1300">
                        <a:latin typeface="Lexend"/>
                        <a:ea typeface="Lexend"/>
                        <a:cs typeface="Lexend"/>
                        <a:sym typeface="Lexend"/>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0" name="Shape 2690"/>
        <p:cNvGrpSpPr/>
        <p:nvPr/>
      </p:nvGrpSpPr>
      <p:grpSpPr>
        <a:xfrm>
          <a:off x="0" y="0"/>
          <a:ext cx="0" cy="0"/>
          <a:chOff x="0" y="0"/>
          <a:chExt cx="0" cy="0"/>
        </a:xfrm>
      </p:grpSpPr>
      <p:sp>
        <p:nvSpPr>
          <p:cNvPr id="2691" name="Google Shape;2691;p131"/>
          <p:cNvSpPr txBox="1"/>
          <p:nvPr>
            <p:ph type="title"/>
          </p:nvPr>
        </p:nvSpPr>
        <p:spPr>
          <a:xfrm>
            <a:off x="333925" y="587150"/>
            <a:ext cx="8475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783F04"/>
                </a:solidFill>
                <a:latin typeface="Lexend SemiBold"/>
                <a:ea typeface="Lexend SemiBold"/>
                <a:cs typeface="Lexend SemiBold"/>
                <a:sym typeface="Lexend SemiBold"/>
              </a:rPr>
              <a:t>Interpretation of Results</a:t>
            </a:r>
            <a:endParaRPr sz="2400">
              <a:solidFill>
                <a:srgbClr val="783F04"/>
              </a:solidFill>
              <a:latin typeface="Lexend SemiBold"/>
              <a:ea typeface="Lexend SemiBold"/>
              <a:cs typeface="Lexend SemiBold"/>
              <a:sym typeface="Lexend SemiBold"/>
            </a:endParaRPr>
          </a:p>
        </p:txBody>
      </p:sp>
      <p:sp>
        <p:nvSpPr>
          <p:cNvPr id="2692" name="Google Shape;2692;p131"/>
          <p:cNvSpPr txBox="1"/>
          <p:nvPr>
            <p:ph idx="1" type="body"/>
          </p:nvPr>
        </p:nvSpPr>
        <p:spPr>
          <a:xfrm>
            <a:off x="333925" y="1163150"/>
            <a:ext cx="8475600" cy="3135000"/>
          </a:xfrm>
          <a:prstGeom prst="rect">
            <a:avLst/>
          </a:prstGeom>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200">
                <a:solidFill>
                  <a:srgbClr val="B45F06"/>
                </a:solidFill>
                <a:latin typeface="Lexend"/>
                <a:ea typeface="Lexend"/>
                <a:cs typeface="Lexend"/>
                <a:sym typeface="Lexend"/>
              </a:rPr>
              <a:t>Strengths of Random Forest:</a:t>
            </a:r>
            <a:endParaRPr b="1" sz="1200">
              <a:solidFill>
                <a:srgbClr val="B45F06"/>
              </a:solidFill>
              <a:latin typeface="Lexend"/>
              <a:ea typeface="Lexend"/>
              <a:cs typeface="Lexend"/>
              <a:sym typeface="Lexend"/>
            </a:endParaRPr>
          </a:p>
          <a:p>
            <a:pPr indent="-304800" lvl="0" marL="457200" rtl="0" algn="l">
              <a:lnSpc>
                <a:spcPct val="105000"/>
              </a:lnSpc>
              <a:spcBef>
                <a:spcPts val="400"/>
              </a:spcBef>
              <a:spcAft>
                <a:spcPts val="0"/>
              </a:spcAft>
              <a:buClr>
                <a:schemeClr val="accent1"/>
              </a:buClr>
              <a:buSzPts val="1200"/>
              <a:buFont typeface="Arial"/>
              <a:buChar char="●"/>
            </a:pPr>
            <a:r>
              <a:rPr b="1" lang="en" sz="1200">
                <a:solidFill>
                  <a:schemeClr val="accent1"/>
                </a:solidFill>
                <a:latin typeface="Lexend"/>
                <a:ea typeface="Lexend"/>
                <a:cs typeface="Lexend"/>
                <a:sym typeface="Lexend"/>
              </a:rPr>
              <a:t>ROC-AUC (0.8901)</a:t>
            </a:r>
            <a:r>
              <a:rPr lang="en" sz="1200">
                <a:solidFill>
                  <a:schemeClr val="accent1"/>
                </a:solidFill>
                <a:latin typeface="Lexend"/>
                <a:ea typeface="Lexend"/>
                <a:cs typeface="Lexend"/>
                <a:sym typeface="Lexend"/>
              </a:rPr>
              <a:t> - Best discrimination ability between full/not-full block faces</a:t>
            </a:r>
            <a:endParaRPr sz="1200">
              <a:solidFill>
                <a:schemeClr val="accent1"/>
              </a:solidFill>
              <a:latin typeface="Lexend"/>
              <a:ea typeface="Lexend"/>
              <a:cs typeface="Lexend"/>
              <a:sym typeface="Lexend"/>
            </a:endParaRPr>
          </a:p>
          <a:p>
            <a:pPr indent="-304800" lvl="0" marL="457200" rtl="0" algn="l">
              <a:lnSpc>
                <a:spcPct val="105000"/>
              </a:lnSpc>
              <a:spcBef>
                <a:spcPts val="0"/>
              </a:spcBef>
              <a:spcAft>
                <a:spcPts val="0"/>
              </a:spcAft>
              <a:buClr>
                <a:schemeClr val="accent1"/>
              </a:buClr>
              <a:buSzPts val="1200"/>
              <a:buFont typeface="Arial"/>
              <a:buChar char="●"/>
            </a:pPr>
            <a:r>
              <a:rPr b="1" lang="en" sz="1200">
                <a:solidFill>
                  <a:schemeClr val="accent1"/>
                </a:solidFill>
                <a:latin typeface="Lexend"/>
                <a:ea typeface="Lexend"/>
                <a:cs typeface="Lexend"/>
                <a:sym typeface="Lexend"/>
              </a:rPr>
              <a:t>Macro F1 (0.6977)</a:t>
            </a:r>
            <a:r>
              <a:rPr lang="en" sz="1200">
                <a:solidFill>
                  <a:schemeClr val="accent1"/>
                </a:solidFill>
                <a:latin typeface="Lexend"/>
                <a:ea typeface="Lexend"/>
                <a:cs typeface="Lexend"/>
                <a:sym typeface="Lexend"/>
              </a:rPr>
              <a:t> - Best balance with minority class performance</a:t>
            </a:r>
            <a:endParaRPr sz="1200">
              <a:solidFill>
                <a:schemeClr val="accent1"/>
              </a:solidFill>
              <a:latin typeface="Lexend"/>
              <a:ea typeface="Lexend"/>
              <a:cs typeface="Lexend"/>
              <a:sym typeface="Lexend"/>
            </a:endParaRPr>
          </a:p>
          <a:p>
            <a:pPr indent="-304800" lvl="0" marL="457200" rtl="0" algn="l">
              <a:lnSpc>
                <a:spcPct val="105000"/>
              </a:lnSpc>
              <a:spcBef>
                <a:spcPts val="0"/>
              </a:spcBef>
              <a:spcAft>
                <a:spcPts val="0"/>
              </a:spcAft>
              <a:buClr>
                <a:schemeClr val="accent1"/>
              </a:buClr>
              <a:buSzPts val="1200"/>
              <a:buFont typeface="Arial"/>
              <a:buChar char="●"/>
            </a:pPr>
            <a:r>
              <a:rPr b="1" lang="en" sz="1200">
                <a:solidFill>
                  <a:schemeClr val="accent1"/>
                </a:solidFill>
                <a:latin typeface="Lexend"/>
                <a:ea typeface="Lexend"/>
                <a:cs typeface="Lexend"/>
                <a:sym typeface="Lexend"/>
              </a:rPr>
              <a:t>Practical utility</a:t>
            </a:r>
            <a:r>
              <a:rPr lang="en" sz="1200">
                <a:solidFill>
                  <a:schemeClr val="accent1"/>
                </a:solidFill>
                <a:latin typeface="Lexend"/>
                <a:ea typeface="Lexend"/>
                <a:cs typeface="Lexend"/>
                <a:sym typeface="Lexend"/>
              </a:rPr>
              <a:t> - In the high-demand test case, RF predicted 59.72% probability vs. Logistic 17.63%, making it more actionable for real-world use</a:t>
            </a:r>
            <a:endParaRPr sz="1200">
              <a:solidFill>
                <a:schemeClr val="accent1"/>
              </a:solidFill>
              <a:latin typeface="Lexend"/>
              <a:ea typeface="Lexend"/>
              <a:cs typeface="Lexend"/>
              <a:sym typeface="Lexend"/>
            </a:endParaRPr>
          </a:p>
          <a:p>
            <a:pPr indent="0" lvl="0" marL="0" rtl="0" algn="l">
              <a:lnSpc>
                <a:spcPct val="115000"/>
              </a:lnSpc>
              <a:spcBef>
                <a:spcPts val="1400"/>
              </a:spcBef>
              <a:spcAft>
                <a:spcPts val="0"/>
              </a:spcAft>
              <a:buNone/>
            </a:pPr>
            <a:r>
              <a:rPr b="1" lang="en" sz="1200">
                <a:solidFill>
                  <a:srgbClr val="B45F06"/>
                </a:solidFill>
                <a:latin typeface="Lexend"/>
                <a:ea typeface="Lexend"/>
                <a:cs typeface="Lexend"/>
                <a:sym typeface="Lexend"/>
              </a:rPr>
              <a:t>Weaknesses of Random Forest:</a:t>
            </a:r>
            <a:endParaRPr b="1" sz="1200">
              <a:solidFill>
                <a:srgbClr val="B45F06"/>
              </a:solidFill>
              <a:latin typeface="Lexend"/>
              <a:ea typeface="Lexend"/>
              <a:cs typeface="Lexend"/>
              <a:sym typeface="Lexend"/>
            </a:endParaRPr>
          </a:p>
          <a:p>
            <a:pPr indent="-304800" lvl="0" marL="457200" rtl="0" algn="l">
              <a:lnSpc>
                <a:spcPct val="105000"/>
              </a:lnSpc>
              <a:spcBef>
                <a:spcPts val="0"/>
              </a:spcBef>
              <a:spcAft>
                <a:spcPts val="0"/>
              </a:spcAft>
              <a:buClr>
                <a:schemeClr val="accent1"/>
              </a:buClr>
              <a:buSzPts val="1200"/>
              <a:buFont typeface="Arial"/>
              <a:buChar char="●"/>
            </a:pPr>
            <a:r>
              <a:rPr b="1" lang="en" sz="1200">
                <a:solidFill>
                  <a:schemeClr val="accent1"/>
                </a:solidFill>
                <a:latin typeface="Lexend"/>
                <a:ea typeface="Lexend"/>
                <a:cs typeface="Lexend"/>
                <a:sym typeface="Lexend"/>
              </a:rPr>
              <a:t>Raw Accuracy</a:t>
            </a:r>
            <a:r>
              <a:rPr lang="en" sz="1200">
                <a:solidFill>
                  <a:schemeClr val="accent1"/>
                </a:solidFill>
                <a:latin typeface="Lexend"/>
                <a:ea typeface="Lexend"/>
                <a:cs typeface="Lexend"/>
                <a:sym typeface="Lexend"/>
              </a:rPr>
              <a:t> - Logistic Regression achieves 88.01% vs. RF's 80.87%</a:t>
            </a:r>
            <a:endParaRPr sz="1200">
              <a:solidFill>
                <a:schemeClr val="accent1"/>
              </a:solidFill>
              <a:latin typeface="Lexend"/>
              <a:ea typeface="Lexend"/>
              <a:cs typeface="Lexend"/>
              <a:sym typeface="Lexend"/>
            </a:endParaRPr>
          </a:p>
          <a:p>
            <a:pPr indent="-304800" lvl="0" marL="457200" rtl="0" algn="l">
              <a:lnSpc>
                <a:spcPct val="105000"/>
              </a:lnSpc>
              <a:spcBef>
                <a:spcPts val="0"/>
              </a:spcBef>
              <a:spcAft>
                <a:spcPts val="0"/>
              </a:spcAft>
              <a:buClr>
                <a:schemeClr val="accent1"/>
              </a:buClr>
              <a:buSzPts val="1200"/>
              <a:buFont typeface="Arial"/>
              <a:buChar char="●"/>
            </a:pPr>
            <a:r>
              <a:rPr b="1" lang="en" sz="1200">
                <a:solidFill>
                  <a:schemeClr val="accent1"/>
                </a:solidFill>
                <a:latin typeface="Lexend"/>
                <a:ea typeface="Lexend"/>
                <a:cs typeface="Lexend"/>
                <a:sym typeface="Lexend"/>
              </a:rPr>
              <a:t>Interpretability</a:t>
            </a:r>
            <a:r>
              <a:rPr lang="en" sz="1200">
                <a:solidFill>
                  <a:schemeClr val="accent1"/>
                </a:solidFill>
                <a:latin typeface="Lexend"/>
                <a:ea typeface="Lexend"/>
                <a:cs typeface="Lexend"/>
                <a:sym typeface="Lexend"/>
              </a:rPr>
              <a:t> - Logistic Regression is more transparent</a:t>
            </a:r>
            <a:endParaRPr sz="1200">
              <a:solidFill>
                <a:schemeClr val="accent1"/>
              </a:solidFill>
              <a:latin typeface="Lexend"/>
              <a:ea typeface="Lexend"/>
              <a:cs typeface="Lexend"/>
              <a:sym typeface="Lexend"/>
            </a:endParaRPr>
          </a:p>
          <a:p>
            <a:pPr indent="0" lvl="0" marL="0" rtl="0" algn="l">
              <a:lnSpc>
                <a:spcPct val="115000"/>
              </a:lnSpc>
              <a:spcBef>
                <a:spcPts val="1400"/>
              </a:spcBef>
              <a:spcAft>
                <a:spcPts val="0"/>
              </a:spcAft>
              <a:buNone/>
            </a:pPr>
            <a:r>
              <a:rPr b="1" lang="en" sz="1200">
                <a:solidFill>
                  <a:srgbClr val="B45F06"/>
                </a:solidFill>
                <a:latin typeface="Lexend"/>
                <a:ea typeface="Lexend"/>
                <a:cs typeface="Lexend"/>
                <a:sym typeface="Lexend"/>
              </a:rPr>
              <a:t>Final Conclusion:</a:t>
            </a:r>
            <a:endParaRPr b="1" sz="1200">
              <a:solidFill>
                <a:srgbClr val="B45F06"/>
              </a:solidFill>
              <a:latin typeface="Lexend"/>
              <a:ea typeface="Lexend"/>
              <a:cs typeface="Lexend"/>
              <a:sym typeface="Lexend"/>
            </a:endParaRPr>
          </a:p>
          <a:p>
            <a:pPr indent="-304800" lvl="0" marL="457200" rtl="0" algn="l">
              <a:spcBef>
                <a:spcPts val="0"/>
              </a:spcBef>
              <a:spcAft>
                <a:spcPts val="0"/>
              </a:spcAft>
              <a:buClr>
                <a:schemeClr val="accent1"/>
              </a:buClr>
              <a:buSzPts val="1200"/>
              <a:buFont typeface="Lexend"/>
              <a:buChar char="●"/>
            </a:pPr>
            <a:r>
              <a:rPr lang="en" sz="1200">
                <a:solidFill>
                  <a:schemeClr val="accent1"/>
                </a:solidFill>
                <a:latin typeface="Lexend"/>
                <a:ea typeface="Lexend"/>
                <a:cs typeface="Lexend"/>
                <a:sym typeface="Lexend"/>
              </a:rPr>
              <a:t>Best Model: </a:t>
            </a:r>
            <a:r>
              <a:rPr b="1" lang="en" sz="1200">
                <a:solidFill>
                  <a:schemeClr val="accent1"/>
                </a:solidFill>
                <a:latin typeface="Lexend"/>
                <a:ea typeface="Lexend"/>
                <a:cs typeface="Lexend"/>
                <a:sym typeface="Lexend"/>
              </a:rPr>
              <a:t>Random Forest </a:t>
            </a:r>
            <a:endParaRPr b="1" sz="1200">
              <a:solidFill>
                <a:schemeClr val="accent1"/>
              </a:solidFill>
              <a:latin typeface="Lexend"/>
              <a:ea typeface="Lexend"/>
              <a:cs typeface="Lexend"/>
              <a:sym typeface="Lexend"/>
            </a:endParaRPr>
          </a:p>
          <a:p>
            <a:pPr indent="-304800" lvl="0" marL="457200" rtl="0" algn="l">
              <a:spcBef>
                <a:spcPts val="0"/>
              </a:spcBef>
              <a:spcAft>
                <a:spcPts val="0"/>
              </a:spcAft>
              <a:buClr>
                <a:schemeClr val="accent1"/>
              </a:buClr>
              <a:buSzPts val="1200"/>
              <a:buFont typeface="Lexend"/>
              <a:buChar char="●"/>
            </a:pPr>
            <a:r>
              <a:rPr lang="en" sz="1200">
                <a:solidFill>
                  <a:schemeClr val="accent1"/>
                </a:solidFill>
                <a:latin typeface="Lexend"/>
                <a:ea typeface="Lexend"/>
                <a:cs typeface="Lexend"/>
                <a:sym typeface="Lexend"/>
              </a:rPr>
              <a:t>High discriminative power (ROC-AUC = 0.89)</a:t>
            </a:r>
            <a:endParaRPr sz="1200">
              <a:solidFill>
                <a:schemeClr val="accent1"/>
              </a:solidFill>
              <a:latin typeface="Lexend"/>
              <a:ea typeface="Lexend"/>
              <a:cs typeface="Lexend"/>
              <a:sym typeface="Lexend"/>
            </a:endParaRPr>
          </a:p>
          <a:p>
            <a:pPr indent="-304800" lvl="0" marL="457200" rtl="0" algn="l">
              <a:spcBef>
                <a:spcPts val="0"/>
              </a:spcBef>
              <a:spcAft>
                <a:spcPts val="0"/>
              </a:spcAft>
              <a:buClr>
                <a:schemeClr val="accent1"/>
              </a:buClr>
              <a:buSzPts val="1200"/>
              <a:buFont typeface="Lexend"/>
              <a:buChar char="●"/>
            </a:pPr>
            <a:r>
              <a:rPr lang="en" sz="1200">
                <a:solidFill>
                  <a:schemeClr val="accent1"/>
                </a:solidFill>
                <a:latin typeface="Lexend"/>
                <a:ea typeface="Lexend"/>
                <a:cs typeface="Lexend"/>
                <a:sym typeface="Lexend"/>
              </a:rPr>
              <a:t>Superior treatment of minority class (Macro-F1 = 0.6977)</a:t>
            </a:r>
            <a:endParaRPr sz="1200">
              <a:solidFill>
                <a:schemeClr val="accent1"/>
              </a:solidFill>
              <a:latin typeface="Lexend"/>
              <a:ea typeface="Lexend"/>
              <a:cs typeface="Lexend"/>
              <a:sym typeface="Lexend"/>
            </a:endParaRPr>
          </a:p>
          <a:p>
            <a:pPr indent="-304800" lvl="0" marL="457200" rtl="0" algn="l">
              <a:spcBef>
                <a:spcPts val="0"/>
              </a:spcBef>
              <a:spcAft>
                <a:spcPts val="0"/>
              </a:spcAft>
              <a:buClr>
                <a:schemeClr val="accent1"/>
              </a:buClr>
              <a:buSzPts val="1200"/>
              <a:buFont typeface="Lexend"/>
              <a:buChar char="●"/>
            </a:pPr>
            <a:r>
              <a:rPr lang="en" sz="1200">
                <a:solidFill>
                  <a:schemeClr val="accent1"/>
                </a:solidFill>
                <a:latin typeface="Lexend"/>
                <a:ea typeface="Lexend"/>
                <a:cs typeface="Lexend"/>
                <a:sym typeface="Lexend"/>
              </a:rPr>
              <a:t>Most reliable for operational decision making in parking forecasting</a:t>
            </a:r>
            <a:endParaRPr sz="1200">
              <a:solidFill>
                <a:schemeClr val="accent1"/>
              </a:solidFill>
              <a:latin typeface="Lexend"/>
              <a:ea typeface="Lexend"/>
              <a:cs typeface="Lexend"/>
              <a:sym typeface="Lexend"/>
            </a:endParaRPr>
          </a:p>
        </p:txBody>
      </p:sp>
      <p:sp>
        <p:nvSpPr>
          <p:cNvPr id="2693" name="Google Shape;2693;p131"/>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Lexend SemiBold"/>
                <a:ea typeface="Lexend SemiBold"/>
                <a:cs typeface="Lexend SemiBold"/>
                <a:sym typeface="Lexend SemiBold"/>
              </a:rPr>
              <a:t>‹#›</a:t>
            </a:fld>
            <a:endParaRPr>
              <a:latin typeface="Lexend SemiBold"/>
              <a:ea typeface="Lexend SemiBold"/>
              <a:cs typeface="Lexend SemiBold"/>
              <a:sym typeface="Lexend Semi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7" name="Shape 2697"/>
        <p:cNvGrpSpPr/>
        <p:nvPr/>
      </p:nvGrpSpPr>
      <p:grpSpPr>
        <a:xfrm>
          <a:off x="0" y="0"/>
          <a:ext cx="0" cy="0"/>
          <a:chOff x="0" y="0"/>
          <a:chExt cx="0" cy="0"/>
        </a:xfrm>
      </p:grpSpPr>
      <p:sp>
        <p:nvSpPr>
          <p:cNvPr id="2698" name="Google Shape;2698;p132"/>
          <p:cNvSpPr txBox="1"/>
          <p:nvPr>
            <p:ph type="title"/>
          </p:nvPr>
        </p:nvSpPr>
        <p:spPr>
          <a:xfrm>
            <a:off x="333925" y="587150"/>
            <a:ext cx="8475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783F04"/>
                </a:solidFill>
                <a:latin typeface="Lexend SemiBold"/>
                <a:ea typeface="Lexend SemiBold"/>
                <a:cs typeface="Lexend SemiBold"/>
                <a:sym typeface="Lexend SemiBold"/>
              </a:rPr>
              <a:t>Future work</a:t>
            </a:r>
            <a:endParaRPr sz="2400">
              <a:solidFill>
                <a:srgbClr val="783F04"/>
              </a:solidFill>
              <a:latin typeface="Lexend SemiBold"/>
              <a:ea typeface="Lexend SemiBold"/>
              <a:cs typeface="Lexend SemiBold"/>
              <a:sym typeface="Lexend SemiBold"/>
            </a:endParaRPr>
          </a:p>
        </p:txBody>
      </p:sp>
      <p:sp>
        <p:nvSpPr>
          <p:cNvPr id="2699" name="Google Shape;2699;p132"/>
          <p:cNvSpPr txBox="1"/>
          <p:nvPr>
            <p:ph idx="1" type="body"/>
          </p:nvPr>
        </p:nvSpPr>
        <p:spPr>
          <a:xfrm>
            <a:off x="333925" y="1163150"/>
            <a:ext cx="8475600" cy="938100"/>
          </a:xfrm>
          <a:prstGeom prst="rect">
            <a:avLst/>
          </a:prstGeom>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accent1"/>
              </a:buClr>
              <a:buSzPts val="1100"/>
              <a:buFont typeface="Arial"/>
              <a:buChar char="●"/>
            </a:pPr>
            <a:r>
              <a:rPr lang="en" sz="1100">
                <a:solidFill>
                  <a:schemeClr val="accent1"/>
                </a:solidFill>
                <a:latin typeface="Lexend"/>
                <a:ea typeface="Lexend"/>
                <a:cs typeface="Lexend"/>
                <a:sym typeface="Lexend"/>
              </a:rPr>
              <a:t>Add categorical encoding for </a:t>
            </a:r>
            <a:r>
              <a:rPr lang="en" sz="1100">
                <a:solidFill>
                  <a:srgbClr val="188038"/>
                </a:solidFill>
                <a:latin typeface="Lexend"/>
                <a:ea typeface="Lexend"/>
                <a:cs typeface="Lexend"/>
                <a:sym typeface="Lexend"/>
              </a:rPr>
              <a:t>PaidParkingArea</a:t>
            </a:r>
            <a:r>
              <a:rPr lang="en" sz="1100">
                <a:solidFill>
                  <a:schemeClr val="accent1"/>
                </a:solidFill>
                <a:latin typeface="Lexend"/>
                <a:ea typeface="Lexend"/>
                <a:cs typeface="Lexend"/>
                <a:sym typeface="Lexend"/>
              </a:rPr>
              <a:t> and </a:t>
            </a:r>
            <a:r>
              <a:rPr lang="en" sz="1100">
                <a:solidFill>
                  <a:srgbClr val="188038"/>
                </a:solidFill>
                <a:latin typeface="Lexend"/>
                <a:ea typeface="Lexend"/>
                <a:cs typeface="Lexend"/>
                <a:sym typeface="Lexend"/>
              </a:rPr>
              <a:t>PaidParkingSubArea</a:t>
            </a:r>
            <a:endParaRPr sz="1100">
              <a:solidFill>
                <a:srgbClr val="188038"/>
              </a:solidFill>
              <a:latin typeface="Lexend"/>
              <a:ea typeface="Lexend"/>
              <a:cs typeface="Lexend"/>
              <a:sym typeface="Lexend"/>
            </a:endParaRPr>
          </a:p>
          <a:p>
            <a:pPr indent="-298450" lvl="0" marL="457200" rtl="0" algn="l">
              <a:lnSpc>
                <a:spcPct val="115000"/>
              </a:lnSpc>
              <a:spcBef>
                <a:spcPts val="0"/>
              </a:spcBef>
              <a:spcAft>
                <a:spcPts val="0"/>
              </a:spcAft>
              <a:buClr>
                <a:schemeClr val="accent1"/>
              </a:buClr>
              <a:buSzPts val="1100"/>
              <a:buFont typeface="Lexend"/>
              <a:buChar char="●"/>
            </a:pPr>
            <a:r>
              <a:rPr lang="en" sz="1100">
                <a:solidFill>
                  <a:schemeClr val="accent1"/>
                </a:solidFill>
                <a:latin typeface="Lexend"/>
                <a:ea typeface="Lexend"/>
                <a:cs typeface="Lexend"/>
                <a:sym typeface="Lexend"/>
              </a:rPr>
              <a:t>Perform hyperparameter tuning</a:t>
            </a:r>
            <a:endParaRPr sz="1100">
              <a:solidFill>
                <a:schemeClr val="accent1"/>
              </a:solidFill>
              <a:latin typeface="Lexend"/>
              <a:ea typeface="Lexend"/>
              <a:cs typeface="Lexend"/>
              <a:sym typeface="Lexend"/>
            </a:endParaRPr>
          </a:p>
          <a:p>
            <a:pPr indent="-298450" lvl="0" marL="457200" rtl="0" algn="l">
              <a:lnSpc>
                <a:spcPct val="115000"/>
              </a:lnSpc>
              <a:spcBef>
                <a:spcPts val="0"/>
              </a:spcBef>
              <a:spcAft>
                <a:spcPts val="0"/>
              </a:spcAft>
              <a:buClr>
                <a:schemeClr val="accent1"/>
              </a:buClr>
              <a:buSzPts val="1100"/>
              <a:buFont typeface="Lexend"/>
              <a:buChar char="●"/>
            </a:pPr>
            <a:r>
              <a:rPr lang="en" sz="1100">
                <a:solidFill>
                  <a:schemeClr val="accent1"/>
                </a:solidFill>
                <a:latin typeface="Lexend"/>
                <a:ea typeface="Lexend"/>
                <a:cs typeface="Lexend"/>
                <a:sym typeface="Lexend"/>
              </a:rPr>
              <a:t>Deploy model or integrate into a simple web app</a:t>
            </a:r>
            <a:endParaRPr sz="1100">
              <a:solidFill>
                <a:schemeClr val="accent1"/>
              </a:solidFill>
              <a:latin typeface="Lexend"/>
              <a:ea typeface="Lexend"/>
              <a:cs typeface="Lexend"/>
              <a:sym typeface="Lexend"/>
            </a:endParaRPr>
          </a:p>
          <a:p>
            <a:pPr indent="-298450" lvl="0" marL="457200" rtl="0" algn="l">
              <a:lnSpc>
                <a:spcPct val="115000"/>
              </a:lnSpc>
              <a:spcBef>
                <a:spcPts val="0"/>
              </a:spcBef>
              <a:spcAft>
                <a:spcPts val="0"/>
              </a:spcAft>
              <a:buClr>
                <a:schemeClr val="accent1"/>
              </a:buClr>
              <a:buSzPts val="1100"/>
              <a:buFont typeface="Lexend"/>
              <a:buChar char="●"/>
            </a:pPr>
            <a:r>
              <a:rPr lang="en" sz="1100">
                <a:solidFill>
                  <a:schemeClr val="accent1"/>
                </a:solidFill>
                <a:latin typeface="Lexend"/>
                <a:ea typeface="Lexend"/>
                <a:cs typeface="Lexend"/>
                <a:sym typeface="Lexend"/>
              </a:rPr>
              <a:t>Explore Palmetto for deep learning experiments</a:t>
            </a:r>
            <a:endParaRPr sz="1200">
              <a:solidFill>
                <a:schemeClr val="accent1"/>
              </a:solidFill>
              <a:latin typeface="Lexend"/>
              <a:ea typeface="Lexend"/>
              <a:cs typeface="Lexend"/>
              <a:sym typeface="Lexend"/>
            </a:endParaRPr>
          </a:p>
        </p:txBody>
      </p:sp>
      <p:sp>
        <p:nvSpPr>
          <p:cNvPr id="2700" name="Google Shape;2700;p132"/>
          <p:cNvSpPr txBox="1"/>
          <p:nvPr>
            <p:ph idx="12" type="sldNum"/>
          </p:nvPr>
        </p:nvSpPr>
        <p:spPr>
          <a:xfrm>
            <a:off x="8260675" y="205550"/>
            <a:ext cx="548700" cy="2925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Lexend SemiBold"/>
                <a:ea typeface="Lexend SemiBold"/>
                <a:cs typeface="Lexend SemiBold"/>
                <a:sym typeface="Lexend SemiBold"/>
              </a:rPr>
              <a:t>‹#›</a:t>
            </a:fld>
            <a:endParaRPr>
              <a:latin typeface="Lexend SemiBold"/>
              <a:ea typeface="Lexend SemiBold"/>
              <a:cs typeface="Lexend SemiBold"/>
              <a:sym typeface="Lexend SemiBo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4" name="Shape 2704"/>
        <p:cNvGrpSpPr/>
        <p:nvPr/>
      </p:nvGrpSpPr>
      <p:grpSpPr>
        <a:xfrm>
          <a:off x="0" y="0"/>
          <a:ext cx="0" cy="0"/>
          <a:chOff x="0" y="0"/>
          <a:chExt cx="0" cy="0"/>
        </a:xfrm>
      </p:grpSpPr>
      <p:pic>
        <p:nvPicPr>
          <p:cNvPr descr="Very close up of a poster printed in pink and orange." id="2705" name="Google Shape;2705;p133"/>
          <p:cNvPicPr preferRelativeResize="0"/>
          <p:nvPr>
            <p:ph idx="3" type="pic"/>
          </p:nvPr>
        </p:nvPicPr>
        <p:blipFill rotWithShape="1">
          <a:blip r:embed="rId3">
            <a:alphaModFix/>
          </a:blip>
          <a:srcRect b="0" l="12503" r="12495" t="0"/>
          <a:stretch/>
        </p:blipFill>
        <p:spPr>
          <a:xfrm>
            <a:off x="3859930" y="3482800"/>
            <a:ext cx="1427100" cy="1427100"/>
          </a:xfrm>
          <a:prstGeom prst="ellipse">
            <a:avLst/>
          </a:prstGeom>
        </p:spPr>
      </p:pic>
      <p:sp>
        <p:nvSpPr>
          <p:cNvPr id="2706" name="Google Shape;2706;p133"/>
          <p:cNvSpPr txBox="1"/>
          <p:nvPr>
            <p:ph type="title"/>
          </p:nvPr>
        </p:nvSpPr>
        <p:spPr>
          <a:xfrm>
            <a:off x="1901725" y="2150850"/>
            <a:ext cx="5470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t To Know Me">
  <a:themeElements>
    <a:clrScheme name="Simple Light">
      <a:dk1>
        <a:srgbClr val="000000"/>
      </a:dk1>
      <a:lt1>
        <a:srgbClr val="4F4F4F"/>
      </a:lt1>
      <a:dk2>
        <a:srgbClr val="E7E7E7"/>
      </a:dk2>
      <a:lt2>
        <a:srgbClr val="FFFFFF"/>
      </a:lt2>
      <a:accent1>
        <a:srgbClr val="F4F2F2"/>
      </a:accent1>
      <a:accent2>
        <a:srgbClr val="119BFE"/>
      </a:accent2>
      <a:accent3>
        <a:srgbClr val="FF6B4D"/>
      </a:accent3>
      <a:accent4>
        <a:srgbClr val="28C840"/>
      </a:accent4>
      <a:accent5>
        <a:srgbClr val="FFC600"/>
      </a:accent5>
      <a:accent6>
        <a:srgbClr val="CCCCCC"/>
      </a:accent6>
      <a:hlink>
        <a:srgbClr val="E2AFD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sson 1">
  <a:themeElements>
    <a:clrScheme name="Simple Light">
      <a:dk1>
        <a:srgbClr val="137C3F"/>
      </a:dk1>
      <a:lt1>
        <a:srgbClr val="FFFCF5"/>
      </a:lt1>
      <a:dk2>
        <a:srgbClr val="146AEB"/>
      </a:dk2>
      <a:lt2>
        <a:srgbClr val="FBA084"/>
      </a:lt2>
      <a:accent1>
        <a:srgbClr val="000000"/>
      </a:accent1>
      <a:accent2>
        <a:srgbClr val="FFFFB3"/>
      </a:accent2>
      <a:accent3>
        <a:srgbClr val="B6D7A8"/>
      </a:accent3>
      <a:accent4>
        <a:srgbClr val="A4C2F4"/>
      </a:accent4>
      <a:accent5>
        <a:srgbClr val="B6D7A8"/>
      </a:accent5>
      <a:accent6>
        <a:srgbClr val="B4A7D6"/>
      </a:accent6>
      <a:hlink>
        <a:srgbClr val="146AE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Milestone Celebration">
  <a:themeElements>
    <a:clrScheme name="Simple Light">
      <a:dk1>
        <a:srgbClr val="000000"/>
      </a:dk1>
      <a:lt1>
        <a:srgbClr val="EEEEEE"/>
      </a:lt1>
      <a:dk2>
        <a:srgbClr val="FFA7A8"/>
      </a:dk2>
      <a:lt2>
        <a:srgbClr val="006EBA"/>
      </a:lt2>
      <a:accent1>
        <a:srgbClr val="F63400"/>
      </a:accent1>
      <a:accent2>
        <a:srgbClr val="FA9302"/>
      </a:accent2>
      <a:accent3>
        <a:srgbClr val="8E7CC4"/>
      </a:accent3>
      <a:accent4>
        <a:srgbClr val="3C613D"/>
      </a:accent4>
      <a:accent5>
        <a:srgbClr val="4285F4"/>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